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b0226e577a428f" /><Relationship Type="http://schemas.openxmlformats.org/officeDocument/2006/relationships/extended-properties" Target="/docProps/app.xml" Id="Rc6ab0a9c8b894926" /><Relationship Type="http://schemas.openxmlformats.org/officeDocument/2006/relationships/officeDocument" Target="/ppt/presentation.xml" Id="Rbfa7d2bc816e40eb" /></Relationships>
</file>

<file path=ppt/presentation.xml><?xml version="1.0" encoding="utf-8"?>
<p:presentation xmlns:p="http://schemas.openxmlformats.org/presentationml/2006/main">
  <p:sldMasterIdLst>
    <p:sldMasterId xmlns:r="http://schemas.openxmlformats.org/officeDocument/2006/relationships" id="2147483648" r:id="R6e177bb873424bfb"/>
  </p:sldMasterIdLst>
  <p:notesMasterIdLst>
    <p:notesMasterId xmlns:r="http://schemas.openxmlformats.org/officeDocument/2006/relationships" r:id="R13e7909b769744d3"/>
  </p:notesMasterIdLst>
  <p:sldIdLst>
    <p:sldId xmlns:r="http://schemas.openxmlformats.org/officeDocument/2006/relationships" id="256" r:id="R84e3d65754fe4a05"/>
    <p:sldId xmlns:r="http://schemas.openxmlformats.org/officeDocument/2006/relationships" id="257" r:id="Ra595b5afbb8c44f8"/>
    <p:sldId xmlns:r="http://schemas.openxmlformats.org/officeDocument/2006/relationships" id="258" r:id="Rde35c44130fa4060"/>
    <p:sldId xmlns:r="http://schemas.openxmlformats.org/officeDocument/2006/relationships" id="259" r:id="Re07795db1a8947cc"/>
    <p:sldId xmlns:r="http://schemas.openxmlformats.org/officeDocument/2006/relationships" id="260" r:id="R9752c77f5e0f48fe"/>
    <p:sldId xmlns:r="http://schemas.openxmlformats.org/officeDocument/2006/relationships" id="261" r:id="Rb42aed87253d4d38"/>
    <p:sldId xmlns:r="http://schemas.openxmlformats.org/officeDocument/2006/relationships" id="262" r:id="Rfdaedb49c70f4856"/>
    <p:sldId xmlns:r="http://schemas.openxmlformats.org/officeDocument/2006/relationships" id="263" r:id="R3a3db2ea35ff4d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0bfd02fa4348b6" /><Relationship Type="http://schemas.openxmlformats.org/officeDocument/2006/relationships/slideMaster" Target="/ppt/slideMasters/slideMaster1.xml" Id="R6e177bb873424bfb" /><Relationship Type="http://schemas.openxmlformats.org/officeDocument/2006/relationships/notesMaster" Target="/ppt/notesMasters/notesMaster1.xml" Id="R13e7909b769744d3" /><Relationship Type="http://schemas.openxmlformats.org/officeDocument/2006/relationships/presProps" Target="/ppt/presProps.xml" Id="R42bad37e5cad4d38" /><Relationship Type="http://schemas.openxmlformats.org/officeDocument/2006/relationships/tableStyles" Target="/ppt/tableStyles.xml" Id="R2fef2273a6f6412b" /><Relationship Type="http://schemas.openxmlformats.org/officeDocument/2006/relationships/slide" Target="/ppt/slides/slide1.xml" Id="R84e3d65754fe4a05" /><Relationship Type="http://schemas.openxmlformats.org/officeDocument/2006/relationships/slide" Target="/ppt/slides/slide2.xml" Id="Ra595b5afbb8c44f8" /><Relationship Type="http://schemas.openxmlformats.org/officeDocument/2006/relationships/slide" Target="/ppt/slides/slide3.xml" Id="Rde35c44130fa4060" /><Relationship Type="http://schemas.openxmlformats.org/officeDocument/2006/relationships/slide" Target="/ppt/slides/slide4.xml" Id="Re07795db1a8947cc" /><Relationship Type="http://schemas.openxmlformats.org/officeDocument/2006/relationships/slide" Target="/ppt/slides/slide5.xml" Id="R9752c77f5e0f48fe" /><Relationship Type="http://schemas.openxmlformats.org/officeDocument/2006/relationships/slide" Target="/ppt/slides/slide6.xml" Id="Rb42aed87253d4d38" /><Relationship Type="http://schemas.openxmlformats.org/officeDocument/2006/relationships/slide" Target="/ppt/slides/slide7.xml" Id="Rfdaedb49c70f4856" /><Relationship Type="http://schemas.openxmlformats.org/officeDocument/2006/relationships/slide" Target="/ppt/slides/slide8.xml" Id="R3a3db2ea35ff4d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7bffbcbd9b41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27bbb777d641b9" /><Relationship Type="http://schemas.openxmlformats.org/officeDocument/2006/relationships/notesMaster" Target="/ppt/notesMasters/notesMaster1.xml" Id="R5bed8203ead445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88aeba24614529" /><Relationship Type="http://schemas.openxmlformats.org/officeDocument/2006/relationships/notesMaster" Target="/ppt/notesMasters/notesMaster1.xml" Id="R54f332eee28e47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acfdeca4484355" /><Relationship Type="http://schemas.openxmlformats.org/officeDocument/2006/relationships/notesMaster" Target="/ppt/notesMasters/notesMaster1.xml" Id="Rc44078de8e6340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d520a1d34d4f2b" /><Relationship Type="http://schemas.openxmlformats.org/officeDocument/2006/relationships/notesMaster" Target="/ppt/notesMasters/notesMaster1.xml" Id="R837f8c183ab840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0869a0b3af418d" /><Relationship Type="http://schemas.openxmlformats.org/officeDocument/2006/relationships/notesMaster" Target="/ppt/notesMasters/notesMaster1.xml" Id="Re76c120ceff647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8584182f0449bc" /><Relationship Type="http://schemas.openxmlformats.org/officeDocument/2006/relationships/notesMaster" Target="/ppt/notesMasters/notesMaster1.xml" Id="Ra45f7a34a75140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f9138082bd468d" /><Relationship Type="http://schemas.openxmlformats.org/officeDocument/2006/relationships/notesMaster" Target="/ppt/notesMasters/notesMaster1.xml" Id="R9fffc3256e4e4b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d7f8c18e87468b" /><Relationship Type="http://schemas.openxmlformats.org/officeDocument/2006/relationships/notesMaster" Target="/ppt/notesMasters/notesMaster1.xml" Id="Rbb9b7ceb3a244d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어디가지 베타는 연인들이 데이트나 여행을 계획할 때 장소를 고르고 동선을 짜는 과정을 돕는 웹앱입니다. 사용자의 조건을 대화로 받아 실제 장소 후보와 연결하고, 비교할 수 있는 코스를 제안합니다. 오늘은 해결하려는 문제, 이용 방식과 구현 결과를 소개하겠습니다.</a:t>
            </a:r>
          </a:p>
          <a:p xmlns:a="http://schemas.openxmlformats.org/drawingml/2006/main">
            <a:r>
              <a:t/>
            </a:r>
          </a:p>
          <a:p xmlns:a="http://schemas.openxmlformats.org/drawingml/2006/main">
            <a:r>
              <a:t>근거: 프로젝트 docs/설계서.md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대상은 대학생과 청년층을 포함해 데이트 계획을 세우는 연인입니다. 검색으로 좋은 장소를 찾더라도 비용과 이동시간, 취향을 다시 맞춰야 합니다. 저희는 이 반복적인 조합 과정을 줄이는 데 집중했습니다. 의사결정 시간을 실제로 얼마나 줄였는지는 아직 사용자 실험 전이므로 목표로 설명합니다.</a:t>
            </a:r>
          </a:p>
          <a:p xmlns:a="http://schemas.openxmlformats.org/drawingml/2006/main">
            <a:r>
              <a:t/>
            </a:r>
          </a:p>
          <a:p xmlns:a="http://schemas.openxmlformats.org/drawingml/2006/main">
            <a:r>
              <a:t>근거: 프로젝트 docs/설계서.md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지역과 예산 등을 직접 고르거나 AI에게 자연어로 전달합니다. 예를 들어 성수에서 1인 3만 원으로 실내 데이트를 하고 싶다고 말할 수 있습니다. 유효한 코스를 최대 세 개까지 비교한 뒤 하나를 선택하면 지도와 일정이 해당 코스 중심으로 바뀝니다. 후보가 부족하면 개수를 억지로 채우지 않습니다.</a:t>
            </a:r>
          </a:p>
          <a:p xmlns:a="http://schemas.openxmlformats.org/drawingml/2006/main">
            <a:r>
              <a:t/>
            </a:r>
          </a:p>
          <a:p xmlns:a="http://schemas.openxmlformats.org/drawingml/2006/main">
            <a:r>
              <a:t>근거: 프로젝트 docs/기능설계서.md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개발 화면입니다. 사용자 제공 노란 로고에 맞춰 버튼과 선택 영역을 조정했습니다. 코스 카드에서 선택하면 장소 순서와 경로를 확인할 수 있습니다. 지도는 데스크톱과 모바일에서 스크롤을 따라오며, 프로필은 한 항목씩 수정합니다. 이 화면은 로컬에서 실제 API를 연결해 확인한 화면으로 운영 사이트의 최신 배포 완료를 증명하는 자료는 아닙니다.</a:t>
            </a:r>
          </a:p>
          <a:p xmlns:a="http://schemas.openxmlformats.org/drawingml/2006/main">
            <a:r>
              <a:t/>
            </a:r>
          </a:p>
          <a:p xmlns:a="http://schemas.openxmlformats.org/drawingml/2006/main">
            <a:r>
              <a:t>근거: 프로젝트 docs/설계서.md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AI가 모든 일정을 자유롭게 만들어내는 방식은 아닙니다. Gemini 또는 OpenAI가 자연어에서 조건을 추출하면 서버 추천 로직이 카카오 장소 후보를 평가합니다. 두 곳에서 네 곳의 장소를 조합하고 예산과 시간을 확인하며, 테마 간 중복도 줄입니다. 비용과 체류시간은 추정이고 실제 영업정보나 가격을 보장하지 않습니다.</a:t>
            </a:r>
          </a:p>
          <a:p xmlns:a="http://schemas.openxmlformats.org/drawingml/2006/main">
            <a:r>
              <a:t/>
            </a:r>
          </a:p>
          <a:p xmlns:a="http://schemas.openxmlformats.org/drawingml/2006/main">
            <a:r>
              <a:t>근거: 프로젝트 docs/기능설계서.md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화면과 API는 Node 서버가 제공하며 Railway 운영 환경을 사용합니다. Supabase는 인증과 프로필, 저장 코스를 맡습니다. API 키는 서버 환경변수로 관리하고 브라우저에는 로그인 세션 쿠키를 전달합니다. DB는 사용자별 RLS 정책을 사용합니다. 현재 세션은 서버 메모리에 있어 재시작 시 다시 로그인해야 한다는 제약이 있습니다.</a:t>
            </a:r>
          </a:p>
          <a:p xmlns:a="http://schemas.openxmlformats.org/drawingml/2006/main">
            <a:r>
              <a:t/>
            </a:r>
          </a:p>
          <a:p xmlns:a="http://schemas.openxmlformats.org/drawingml/2006/main">
            <a:r>
              <a:t>근거: 프로젝트 docs/DB설계도.md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2026년 10월 20일 최종 커밋 전 56개 자동 테스트가 통과했고 문법 검사와 모바일 웹 자산 빌드도 통과했습니다. 로컬 브라우저에서는 실제 지도와 도보 경로, 반응형 지도 추적을 확인했습니다. 테스트 통과는 사용자 만족도나 모든 실기기 호환성을 입증하는 수치는 아닙니다. 실제 계정 인증 전체 흐름과 실기기 설치는 추가 확인이 필요합니다.</a:t>
            </a:r>
          </a:p>
          <a:p xmlns:a="http://schemas.openxmlformats.org/drawingml/2006/main">
            <a:r>
              <a:t/>
            </a:r>
          </a:p>
          <a:p xmlns:a="http://schemas.openxmlformats.org/drawingml/2006/main">
            <a:r>
              <a:t>근거: 프로젝트 docs/설계서.md (2026-10-20), 커밋 58f7eae. 화면은 로컬 실제 서비스 연결 화면. 사용자 효과에 대한 정량 실험은 아직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우선순위는 실제 사용자 흐름과 실기기 설치를 검증하는 것입니다. 이후 기존 검색 방식과 비교해 계획을 완료하는 데 걸린 시간, 추천 수락률과 만족도를 측정하려 합니다. 지역 제휴와 다국어는 장기 확장 아이디어로 아직 구현한 기능은 아닙니다. 이상으로 발표를 마치겠습니다. 질문 부탁드립니다.</a:t>
            </a:r>
          </a:p>
          <a:p xmlns:a="http://schemas.openxmlformats.org/drawingml/2006/main">
            <a:r>
              <a:t/>
            </a:r>
          </a:p>
          <a:p xmlns:a="http://schemas.openxmlformats.org/drawingml/2006/main">
            <a:r>
              <a:t>근거: 프로젝트 docs/superpowers/plans/2026-10-20-current.md (2026-10-20), 커밋 58f7eae. 화면은 로컬 실제 서비스 연결 화면. 사용자 효과에 대한 정량 실험은 아직 수행하지 않음.</a:t>
            </a:r>
          </a:p>
          <a:p xmlns:a="http://schemas.openxmlformats.org/drawingml/2006/main">
            <a:br/>
            <a:r>
              <a:t>시연: 다른 컴퓨터의 인터넷 브라우저에서 https://eodigaji-app-production.up.railway.app/ 에 접속합니다. 로컬 개발 서버 실행은 필요하지 않습니다. 서버가 절전 중이면 첫 접속에 시간이 걸릴 수 있습니다. 발표 전에 접속과 핵심 기능을 확인하세요.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1622a97e9b4c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f1f06baa3f49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a507af03024f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fc5e919e2a47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4b567a318e4f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0ec274405a49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6D5296-0219-48AB-9C99-D1588C9A46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976799-B9BE-40D2-A6DB-88F73798BA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07511C-8F6A-4EF3-8FA2-AD923D77D6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60C044-C80C-4D03-BBB8-DD30EB93DD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EFFFCC-8778-4405-BF6F-DBBF859873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BE8681-45B9-4182-BA3E-989684BC49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87A048-2C7F-4954-855F-E70D59510B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6C7751-2CB7-45DA-9943-7D2D29064A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E9DFC6-E6AC-4783-A58A-26593022D5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6CEFFC-6CFD-405F-A7ED-FF67DD40EA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d21f7e5046482f" /><Relationship Type="http://schemas.openxmlformats.org/officeDocument/2006/relationships/slideLayout" Target="/ppt/slideLayouts/slideLayout1.xml" Id="Re817162357b74195" /><Relationship Type="http://schemas.openxmlformats.org/officeDocument/2006/relationships/slideLayout" Target="/ppt/slideLayouts/slideLayout2.xml" Id="R23eb3c3efa974aae" /><Relationship Type="http://schemas.openxmlformats.org/officeDocument/2006/relationships/slideLayout" Target="/ppt/slideLayouts/slideLayout3.xml" Id="R3340aedc47f74f9b" /><Relationship Type="http://schemas.openxmlformats.org/officeDocument/2006/relationships/slideLayout" Target="/ppt/slideLayouts/slideLayout4.xml" Id="R595f2dcce6714820" /><Relationship Type="http://schemas.openxmlformats.org/officeDocument/2006/relationships/slideLayout" Target="/ppt/slideLayouts/slideLayout5.xml" Id="R851ba84584d94030" /><Relationship Type="http://schemas.openxmlformats.org/officeDocument/2006/relationships/slideLayout" Target="/ppt/slideLayouts/slideLayout6.xml" Id="R73649f24bb1b42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7162357b74195"/>
    <p:sldLayoutId xmlns:r="http://schemas.openxmlformats.org/officeDocument/2006/relationships" id="2147483650" r:id="R23eb3c3efa974aae"/>
    <p:sldLayoutId xmlns:r="http://schemas.openxmlformats.org/officeDocument/2006/relationships" id="2147483651" r:id="R3340aedc47f74f9b"/>
    <p:sldLayoutId xmlns:r="http://schemas.openxmlformats.org/officeDocument/2006/relationships" id="2147483652" r:id="R595f2dcce6714820"/>
    <p:sldLayoutId xmlns:r="http://schemas.openxmlformats.org/officeDocument/2006/relationships" id="2147483653" r:id="R851ba84584d94030"/>
    <p:sldLayoutId xmlns:r="http://schemas.openxmlformats.org/officeDocument/2006/relationships" id="2147483654" r:id="R73649f24bb1b42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c27a450ed644e7" /><Relationship Type="http://schemas.openxmlformats.org/officeDocument/2006/relationships/image" Target="/ppt/media/image.jpeg" Id="R99a1444c331c4e2d" /><Relationship Type="http://schemas.openxmlformats.org/officeDocument/2006/relationships/notesSlide" Target="/ppt/notesSlides/notesSlide1.xml" Id="Rd796b4a4ead64a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9bb2a3a1ed4a28" /><Relationship Type="http://schemas.openxmlformats.org/officeDocument/2006/relationships/notesSlide" Target="/ppt/notesSlides/notesSlide2.xml" Id="Rf3478e0774c042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52c288d48e4a28" /><Relationship Type="http://schemas.openxmlformats.org/officeDocument/2006/relationships/notesSlide" Target="/ppt/notesSlides/notesSlide3.xml" Id="R545025844599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0142bdb8d64156" /><Relationship Type="http://schemas.openxmlformats.org/officeDocument/2006/relationships/image" Target="/ppt/media/image2.jpeg" Id="R6a1f490b77744fc3" /><Relationship Type="http://schemas.openxmlformats.org/officeDocument/2006/relationships/notesSlide" Target="/ppt/notesSlides/notesSlide4.xml" Id="R7d342d5806484c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5d9674f8c8418f" /><Relationship Type="http://schemas.openxmlformats.org/officeDocument/2006/relationships/notesSlide" Target="/ppt/notesSlides/notesSlide5.xml" Id="R3be2400ff6eb4b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86dbe48e3e46ad" /><Relationship Type="http://schemas.openxmlformats.org/officeDocument/2006/relationships/notesSlide" Target="/ppt/notesSlides/notesSlide6.xml" Id="Rc532466a67a44c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cdfc63f5ce4be6" /><Relationship Type="http://schemas.openxmlformats.org/officeDocument/2006/relationships/notesSlide" Target="/ppt/notesSlides/notesSlide7.xml" Id="R7b7ba4d64d524b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9b0eceedda4361" /><Relationship Type="http://schemas.openxmlformats.org/officeDocument/2006/relationships/notesSlide" Target="/ppt/notesSlides/notesSlide8.xml" Id="R05e975aea8e84cd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58EE62E-EAB4-4FEE-9323-CA50E4817CA1}"/>
              </a:ext>
            </a:extLst>
          </p:cNvPr>
          <p:cNvPicPr>
            <a:picLocks xmlns:a="http://schemas.openxmlformats.org/drawingml/2006/main" noChangeAspect="1"/>
          </p:cNvPicPr>
          <p:nvPr/>
        </p:nvPicPr>
        <p:blipFill>
          <a:blip xmlns:r="http://schemas.openxmlformats.org/officeDocument/2006/relationships" xmlns:a="http://schemas.openxmlformats.org/drawingml/2006/main" r:embed="R99a1444c331c4e2d"/>
          <a:stretch xmlns:a="http://schemas.openxmlformats.org/drawingml/2006/main"/>
        </p:blipFill>
        <p:spPr>
          <a:xfrm xmlns:a="http://schemas.openxmlformats.org/drawingml/2006/main">
            <a:off x="6858000" y="1143000"/>
            <a:ext cx="45720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EBAFC2-98CD-4FF5-9AE4-E081B56BC7B1}"/>
              </a:ext>
            </a:extLst>
          </p:cNvPr>
          <p:cNvSpPr>
            <a:spLocks xmlns:a="http://schemas.openxmlformats.org/drawingml/2006/main" noGrp="1"/>
          </p:cNvSpPr>
          <p:nvPr/>
        </p:nvSpPr>
        <p:spPr>
          <a:xfrm xmlns:a="http://schemas.openxmlformats.org/drawingml/2006/main">
            <a:off x="609600" y="17145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29291F"/>
                </a:solidFill>
              </a:defRPr>
            </a:defPPr>
            <a:lvl1pPr>
              <a:defRPr sz="4650" b="1">
                <a:solidFill>
                  <a:srgbClr val="29291F"/>
                </a:solidFill>
              </a:defRPr>
            </a:lvl1pPr>
            <a:lvl2pPr>
              <a:defRPr sz="4650" b="1">
                <a:solidFill>
                  <a:srgbClr val="29291F"/>
                </a:solidFill>
              </a:defRPr>
            </a:lvl2pPr>
            <a:lvl3pPr>
              <a:defRPr sz="4650" b="1">
                <a:solidFill>
                  <a:srgbClr val="29291F"/>
                </a:solidFill>
              </a:defRPr>
            </a:lvl3pPr>
            <a:lvl4pPr>
              <a:defRPr sz="4650" b="1">
                <a:solidFill>
                  <a:srgbClr val="29291F"/>
                </a:solidFill>
              </a:defRPr>
            </a:lvl4pPr>
            <a:lvl5pPr>
              <a:defRPr sz="4650" b="1">
                <a:solidFill>
                  <a:srgbClr val="29291F"/>
                </a:solidFill>
              </a:defRPr>
            </a:lvl5pPr>
            <a:lvl6pPr>
              <a:defRPr sz="4650" b="1">
                <a:solidFill>
                  <a:srgbClr val="29291F"/>
                </a:solidFill>
              </a:defRPr>
            </a:lvl6pPr>
            <a:lvl7pPr>
              <a:defRPr sz="4650" b="1">
                <a:solidFill>
                  <a:srgbClr val="29291F"/>
                </a:solidFill>
              </a:defRPr>
            </a:lvl7pPr>
            <a:lvl8pPr>
              <a:defRPr sz="4650" b="1">
                <a:solidFill>
                  <a:srgbClr val="29291F"/>
                </a:solidFill>
              </a:defRPr>
            </a:lvl8pPr>
            <a:lvl9pPr>
              <a:defRPr sz="4650" b="1">
                <a:solidFill>
                  <a:srgbClr val="29291F"/>
                </a:solidFill>
              </a:defRPr>
            </a:lvl9pPr>
          </a:lstStyle>
          <a:p xmlns:a="http://schemas.openxmlformats.org/drawingml/2006/main">
            <a:pPr>
              <a:defRPr sz="4650" b="1">
                <a:solidFill>
                  <a:srgbClr val="29291F"/>
                </a:solidFill>
              </a:defRPr>
            </a:pPr>
            <a:r>
              <a:rPr sz="4650" b="1">
                <a:solidFill>
                  <a:srgbClr val="29291F"/>
                </a:solidFill>
              </a:rPr>
              <a:t>어디가지 베타</a:t>
            </a:r>
          </a:p>
        </p:txBody>
      </p:sp>
      <p:sp>
        <p:nvSpPr>
          <p:cNvPr id="4" name="">
            <a:extLst xmlns:a="http://schemas.openxmlformats.org/drawingml/2006/main">
              <a:ext uri="{FF2B5EF4-FFF2-40B4-BE49-F238E27FC236}">
                <a16:creationId xmlns:a16="http://schemas.microsoft.com/office/drawing/2014/main" id="{661A7DBF-901F-4240-8B49-8A2D807C6D42}"/>
              </a:ext>
            </a:extLst>
          </p:cNvPr>
          <p:cNvSpPr>
            <a:spLocks xmlns:a="http://schemas.openxmlformats.org/drawingml/2006/main" noGrp="1"/>
          </p:cNvSpPr>
          <p:nvPr/>
        </p:nvSpPr>
        <p:spPr>
          <a:xfrm xmlns:a="http://schemas.openxmlformats.org/drawingml/2006/main">
            <a:off x="609600" y="280987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29291F"/>
                </a:solidFill>
              </a:defRPr>
            </a:defPPr>
            <a:lvl1pPr>
              <a:defRPr sz="2850" b="0">
                <a:solidFill>
                  <a:srgbClr val="29291F"/>
                </a:solidFill>
              </a:defRPr>
            </a:lvl1pPr>
            <a:lvl2pPr>
              <a:defRPr sz="2850" b="0">
                <a:solidFill>
                  <a:srgbClr val="29291F"/>
                </a:solidFill>
              </a:defRPr>
            </a:lvl2pPr>
            <a:lvl3pPr>
              <a:defRPr sz="2850" b="0">
                <a:solidFill>
                  <a:srgbClr val="29291F"/>
                </a:solidFill>
              </a:defRPr>
            </a:lvl3pPr>
            <a:lvl4pPr>
              <a:defRPr sz="2850" b="0">
                <a:solidFill>
                  <a:srgbClr val="29291F"/>
                </a:solidFill>
              </a:defRPr>
            </a:lvl4pPr>
            <a:lvl5pPr>
              <a:defRPr sz="2850" b="0">
                <a:solidFill>
                  <a:srgbClr val="29291F"/>
                </a:solidFill>
              </a:defRPr>
            </a:lvl5pPr>
            <a:lvl6pPr>
              <a:defRPr sz="2850" b="0">
                <a:solidFill>
                  <a:srgbClr val="29291F"/>
                </a:solidFill>
              </a:defRPr>
            </a:lvl6pPr>
            <a:lvl7pPr>
              <a:defRPr sz="2850" b="0">
                <a:solidFill>
                  <a:srgbClr val="29291F"/>
                </a:solidFill>
              </a:defRPr>
            </a:lvl7pPr>
            <a:lvl8pPr>
              <a:defRPr sz="2850" b="0">
                <a:solidFill>
                  <a:srgbClr val="29291F"/>
                </a:solidFill>
              </a:defRPr>
            </a:lvl8pPr>
            <a:lvl9pPr>
              <a:defRPr sz="2850" b="0">
                <a:solidFill>
                  <a:srgbClr val="29291F"/>
                </a:solidFill>
              </a:defRPr>
            </a:lvl9pPr>
          </a:lstStyle>
          <a:p xmlns:a="http://schemas.openxmlformats.org/drawingml/2006/main">
            <a:pPr>
              <a:defRPr sz="2850" b="0">
                <a:solidFill>
                  <a:srgbClr val="29291F"/>
                </a:solidFill>
              </a:defRPr>
            </a:pPr>
            <a:r>
              <a:rPr sz="2850" b="0">
                <a:solidFill>
                  <a:srgbClr val="29291F"/>
                </a:solidFill>
              </a:rPr>
              <a:t>AI 대화로 만드는</a:t>
            </a:r>
          </a:p>
          <a:p xmlns:a="http://schemas.openxmlformats.org/drawingml/2006/main">
            <a:pPr>
              <a:defRPr sz="2850" b="0">
                <a:solidFill>
                  <a:srgbClr val="29291F"/>
                </a:solidFill>
              </a:defRPr>
            </a:pPr>
            <a:r>
              <a:rPr sz="2850" b="0">
                <a:solidFill>
                  <a:srgbClr val="29291F"/>
                </a:solidFill>
              </a:rPr>
              <a:t>맞춤형 데이트·여행 코스</a:t>
            </a:r>
          </a:p>
        </p:txBody>
      </p:sp>
      <p:sp>
        <p:nvSpPr>
          <p:cNvPr id="5" name="">
            <a:extLst xmlns:a="http://schemas.openxmlformats.org/drawingml/2006/main">
              <a:ext uri="{FF2B5EF4-FFF2-40B4-BE49-F238E27FC236}">
                <a16:creationId xmlns:a16="http://schemas.microsoft.com/office/drawing/2014/main" id="{D13372DF-ED99-4BFA-8A5A-4796CCE6DF55}"/>
              </a:ext>
            </a:extLst>
          </p:cNvPr>
          <p:cNvSpPr>
            <a:spLocks xmlns:a="http://schemas.openxmlformats.org/drawingml/2006/main" noGrp="1"/>
          </p:cNvSpPr>
          <p:nvPr/>
        </p:nvSpPr>
        <p:spPr>
          <a:xfrm xmlns:a="http://schemas.openxmlformats.org/drawingml/2006/main">
            <a:off x="609600" y="56197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06D5C"/>
                </a:solidFill>
              </a:defRPr>
            </a:defPPr>
            <a:lvl1pPr>
              <a:defRPr sz="1650" b="0">
                <a:solidFill>
                  <a:srgbClr val="706D5C"/>
                </a:solidFill>
              </a:defRPr>
            </a:lvl1pPr>
            <a:lvl2pPr>
              <a:defRPr sz="1650" b="0">
                <a:solidFill>
                  <a:srgbClr val="706D5C"/>
                </a:solidFill>
              </a:defRPr>
            </a:lvl2pPr>
            <a:lvl3pPr>
              <a:defRPr sz="1650" b="0">
                <a:solidFill>
                  <a:srgbClr val="706D5C"/>
                </a:solidFill>
              </a:defRPr>
            </a:lvl3pPr>
            <a:lvl4pPr>
              <a:defRPr sz="1650" b="0">
                <a:solidFill>
                  <a:srgbClr val="706D5C"/>
                </a:solidFill>
              </a:defRPr>
            </a:lvl4pPr>
            <a:lvl5pPr>
              <a:defRPr sz="1650" b="0">
                <a:solidFill>
                  <a:srgbClr val="706D5C"/>
                </a:solidFill>
              </a:defRPr>
            </a:lvl5pPr>
            <a:lvl6pPr>
              <a:defRPr sz="1650" b="0">
                <a:solidFill>
                  <a:srgbClr val="706D5C"/>
                </a:solidFill>
              </a:defRPr>
            </a:lvl6pPr>
            <a:lvl7pPr>
              <a:defRPr sz="1650" b="0">
                <a:solidFill>
                  <a:srgbClr val="706D5C"/>
                </a:solidFill>
              </a:defRPr>
            </a:lvl7pPr>
            <a:lvl8pPr>
              <a:defRPr sz="1650" b="0">
                <a:solidFill>
                  <a:srgbClr val="706D5C"/>
                </a:solidFill>
              </a:defRPr>
            </a:lvl8pPr>
            <a:lvl9pPr>
              <a:defRPr sz="1650" b="0">
                <a:solidFill>
                  <a:srgbClr val="706D5C"/>
                </a:solidFill>
              </a:defRPr>
            </a:lvl9pPr>
          </a:lstStyle>
          <a:p xmlns:a="http://schemas.openxmlformats.org/drawingml/2006/main">
            <a:pPr>
              <a:defRPr sz="1650" b="0">
                <a:solidFill>
                  <a:srgbClr val="706D5C"/>
                </a:solidFill>
              </a:defRPr>
            </a:pPr>
            <a:r>
              <a:rPr sz="1650" b="0">
                <a:solidFill>
                  <a:srgbClr val="706D5C"/>
                </a:solidFill>
              </a:rPr>
              <a:t>프로젝트 발표  ·  2026.10.20</a:t>
            </a:r>
          </a:p>
        </p:txBody>
      </p:sp>
    </p:spTree>
    <p:extLst>
      <p:ext uri="{BB962C8B-B14F-4D97-AF65-F5344CB8AC3E}">
        <p14:creationId xmlns:p14="http://schemas.microsoft.com/office/powerpoint/2010/main" val="636450548"/>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EA7D1DE-1E50-4ECC-B00F-D8BCEB8EA436}"/>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데이트 계획에서 생기는 고민</a:t>
            </a:r>
          </a:p>
        </p:txBody>
      </p:sp>
      <p:sp>
        <p:nvSpPr>
          <p:cNvPr id="3" name="">
            <a:extLst xmlns:a="http://schemas.openxmlformats.org/drawingml/2006/main">
              <a:ext uri="{FF2B5EF4-FFF2-40B4-BE49-F238E27FC236}">
                <a16:creationId xmlns:a16="http://schemas.microsoft.com/office/drawing/2014/main" id="{9549A4CB-242E-4708-828A-E66CD21C3213}"/>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02</a:t>
            </a:r>
          </a:p>
        </p:txBody>
      </p:sp>
      <p:sp>
        <p:nvSpPr>
          <p:cNvPr id="4" name="">
            <a:extLst xmlns:a="http://schemas.openxmlformats.org/drawingml/2006/main">
              <a:ext uri="{FF2B5EF4-FFF2-40B4-BE49-F238E27FC236}">
                <a16:creationId xmlns:a16="http://schemas.microsoft.com/office/drawing/2014/main" id="{3CD12A6E-2B7D-48F8-8FA4-D3830AD6435B}"/>
              </a:ext>
            </a:extLst>
          </p:cNvPr>
          <p:cNvSpPr>
            <a:spLocks xmlns:a="http://schemas.openxmlformats.org/drawingml/2006/main" noGrp="1"/>
          </p:cNvSpPr>
          <p:nvPr/>
        </p:nvSpPr>
        <p:spPr>
          <a:xfrm xmlns:a="http://schemas.openxmlformats.org/drawingml/2006/main">
            <a:off x="609600" y="1762125"/>
            <a:ext cx="5619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29291F"/>
                </a:solidFill>
              </a:defRPr>
            </a:defPPr>
            <a:lvl1pPr>
              <a:defRPr sz="3675" b="1">
                <a:solidFill>
                  <a:srgbClr val="29291F"/>
                </a:solidFill>
              </a:defRPr>
            </a:lvl1pPr>
            <a:lvl2pPr>
              <a:defRPr sz="3675" b="1">
                <a:solidFill>
                  <a:srgbClr val="29291F"/>
                </a:solidFill>
              </a:defRPr>
            </a:lvl2pPr>
            <a:lvl3pPr>
              <a:defRPr sz="3675" b="1">
                <a:solidFill>
                  <a:srgbClr val="29291F"/>
                </a:solidFill>
              </a:defRPr>
            </a:lvl3pPr>
            <a:lvl4pPr>
              <a:defRPr sz="3675" b="1">
                <a:solidFill>
                  <a:srgbClr val="29291F"/>
                </a:solidFill>
              </a:defRPr>
            </a:lvl4pPr>
            <a:lvl5pPr>
              <a:defRPr sz="3675" b="1">
                <a:solidFill>
                  <a:srgbClr val="29291F"/>
                </a:solidFill>
              </a:defRPr>
            </a:lvl5pPr>
            <a:lvl6pPr>
              <a:defRPr sz="3675" b="1">
                <a:solidFill>
                  <a:srgbClr val="29291F"/>
                </a:solidFill>
              </a:defRPr>
            </a:lvl6pPr>
            <a:lvl7pPr>
              <a:defRPr sz="3675" b="1">
                <a:solidFill>
                  <a:srgbClr val="29291F"/>
                </a:solidFill>
              </a:defRPr>
            </a:lvl7pPr>
            <a:lvl8pPr>
              <a:defRPr sz="3675" b="1">
                <a:solidFill>
                  <a:srgbClr val="29291F"/>
                </a:solidFill>
              </a:defRPr>
            </a:lvl8pPr>
            <a:lvl9pPr>
              <a:defRPr sz="3675" b="1">
                <a:solidFill>
                  <a:srgbClr val="29291F"/>
                </a:solidFill>
              </a:defRPr>
            </a:lvl9pPr>
          </a:lstStyle>
          <a:p xmlns:a="http://schemas.openxmlformats.org/drawingml/2006/main">
            <a:pPr>
              <a:defRPr sz="3675" b="1">
                <a:solidFill>
                  <a:srgbClr val="29291F"/>
                </a:solidFill>
              </a:defRPr>
            </a:pPr>
            <a:r>
              <a:rPr sz="3675" b="1">
                <a:solidFill>
                  <a:srgbClr val="29291F"/>
                </a:solidFill>
              </a:rPr>
              <a:t>장소를 찾은 뒤에도</a:t>
            </a:r>
          </a:p>
          <a:p xmlns:a="http://schemas.openxmlformats.org/drawingml/2006/main">
            <a:pPr>
              <a:defRPr sz="3675" b="1">
                <a:solidFill>
                  <a:srgbClr val="29291F"/>
                </a:solidFill>
              </a:defRPr>
            </a:pPr>
            <a:r>
              <a:rPr sz="3675" b="1">
                <a:solidFill>
                  <a:srgbClr val="29291F"/>
                </a:solidFill>
              </a:rPr>
              <a:t>계획은 계속됩니다</a:t>
            </a:r>
          </a:p>
        </p:txBody>
      </p:sp>
      <p:sp>
        <p:nvSpPr>
          <p:cNvPr id="5" name="">
            <a:extLst xmlns:a="http://schemas.openxmlformats.org/drawingml/2006/main">
              <a:ext uri="{FF2B5EF4-FFF2-40B4-BE49-F238E27FC236}">
                <a16:creationId xmlns:a16="http://schemas.microsoft.com/office/drawing/2014/main" id="{043AD939-1415-464D-8D1D-D6C030C7463A}"/>
              </a:ext>
            </a:extLst>
          </p:cNvPr>
          <p:cNvSpPr>
            <a:spLocks xmlns:a="http://schemas.openxmlformats.org/drawingml/2006/main" noGrp="1"/>
          </p:cNvSpPr>
          <p:nvPr/>
        </p:nvSpPr>
        <p:spPr>
          <a:xfrm xmlns:a="http://schemas.openxmlformats.org/drawingml/2006/main">
            <a:off x="6810375" y="1905000"/>
            <a:ext cx="4667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9291F"/>
                </a:solidFill>
              </a:defRPr>
            </a:defPPr>
            <a:lvl1pPr>
              <a:defRPr sz="2175" b="0">
                <a:solidFill>
                  <a:srgbClr val="29291F"/>
                </a:solidFill>
              </a:defRPr>
            </a:lvl1pPr>
            <a:lvl2pPr>
              <a:defRPr sz="2175" b="0">
                <a:solidFill>
                  <a:srgbClr val="29291F"/>
                </a:solidFill>
              </a:defRPr>
            </a:lvl2pPr>
            <a:lvl3pPr>
              <a:defRPr sz="2175" b="0">
                <a:solidFill>
                  <a:srgbClr val="29291F"/>
                </a:solidFill>
              </a:defRPr>
            </a:lvl3pPr>
            <a:lvl4pPr>
              <a:defRPr sz="2175" b="0">
                <a:solidFill>
                  <a:srgbClr val="29291F"/>
                </a:solidFill>
              </a:defRPr>
            </a:lvl4pPr>
            <a:lvl5pPr>
              <a:defRPr sz="2175" b="0">
                <a:solidFill>
                  <a:srgbClr val="29291F"/>
                </a:solidFill>
              </a:defRPr>
            </a:lvl5pPr>
            <a:lvl6pPr>
              <a:defRPr sz="2175" b="0">
                <a:solidFill>
                  <a:srgbClr val="29291F"/>
                </a:solidFill>
              </a:defRPr>
            </a:lvl6pPr>
            <a:lvl7pPr>
              <a:defRPr sz="2175" b="0">
                <a:solidFill>
                  <a:srgbClr val="29291F"/>
                </a:solidFill>
              </a:defRPr>
            </a:lvl7pPr>
            <a:lvl8pPr>
              <a:defRPr sz="2175" b="0">
                <a:solidFill>
                  <a:srgbClr val="29291F"/>
                </a:solidFill>
              </a:defRPr>
            </a:lvl8pPr>
            <a:lvl9pPr>
              <a:defRPr sz="2175" b="0">
                <a:solidFill>
                  <a:srgbClr val="29291F"/>
                </a:solidFill>
              </a:defRPr>
            </a:lvl9pPr>
          </a:lstStyle>
          <a:p xmlns:a="http://schemas.openxmlformats.org/drawingml/2006/main">
            <a:pPr>
              <a:defRPr sz="2175" b="0">
                <a:solidFill>
                  <a:srgbClr val="29291F"/>
                </a:solidFill>
              </a:defRPr>
            </a:pPr>
            <a:r>
              <a:rPr sz="2175" b="0">
                <a:solidFill>
                  <a:srgbClr val="29291F"/>
                </a:solidFill>
              </a:rPr>
              <a:t>가고 싶은 곳이 예산에 맞는가?</a:t>
            </a:r>
          </a:p>
          <a:p xmlns:a="http://schemas.openxmlformats.org/drawingml/2006/main">
            <a:pPr>
              <a:defRPr sz="2175" b="0">
                <a:solidFill>
                  <a:srgbClr val="29291F"/>
                </a:solidFill>
              </a:defRPr>
            </a:pPr>
            <a:r>
              <a:rPr sz="2175" b="0">
                <a:solidFill>
                  <a:srgbClr val="29291F"/>
                </a:solidFill>
              </a:rPr>
              <a:t>주어진 시간 안에 이동할 수 있는가?</a:t>
            </a:r>
          </a:p>
          <a:p xmlns:a="http://schemas.openxmlformats.org/drawingml/2006/main">
            <a:pPr>
              <a:defRPr sz="2175" b="0">
                <a:solidFill>
                  <a:srgbClr val="29291F"/>
                </a:solidFill>
              </a:defRPr>
            </a:pPr>
            <a:r>
              <a:rPr sz="2175" b="0">
                <a:solidFill>
                  <a:srgbClr val="29291F"/>
                </a:solidFill>
              </a:rPr>
              <a:t>오늘의 기분과 취향에 맞는가?</a:t>
            </a:r>
          </a:p>
        </p:txBody>
      </p:sp>
      <p:sp>
        <p:nvSpPr>
          <p:cNvPr id="6" name="">
            <a:extLst xmlns:a="http://schemas.openxmlformats.org/drawingml/2006/main">
              <a:ext uri="{FF2B5EF4-FFF2-40B4-BE49-F238E27FC236}">
                <a16:creationId xmlns:a16="http://schemas.microsoft.com/office/drawing/2014/main" id="{32E78B3E-3AA9-49ED-A34D-49DE38E23DA6}"/>
              </a:ext>
            </a:extLst>
          </p:cNvPr>
          <p:cNvSpPr>
            <a:spLocks xmlns:a="http://schemas.openxmlformats.org/drawingml/2006/main" noGrp="1"/>
          </p:cNvSpPr>
          <p:nvPr/>
        </p:nvSpPr>
        <p:spPr>
          <a:xfrm xmlns:a="http://schemas.openxmlformats.org/drawingml/2006/main">
            <a:off x="609600" y="5048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291F"/>
                </a:solidFill>
              </a:defRPr>
            </a:defPPr>
            <a:lvl1pPr>
              <a:defRPr sz="2250" b="1">
                <a:solidFill>
                  <a:srgbClr val="29291F"/>
                </a:solidFill>
              </a:defRPr>
            </a:lvl1pPr>
            <a:lvl2pPr>
              <a:defRPr sz="2250" b="1">
                <a:solidFill>
                  <a:srgbClr val="29291F"/>
                </a:solidFill>
              </a:defRPr>
            </a:lvl2pPr>
            <a:lvl3pPr>
              <a:defRPr sz="2250" b="1">
                <a:solidFill>
                  <a:srgbClr val="29291F"/>
                </a:solidFill>
              </a:defRPr>
            </a:lvl3pPr>
            <a:lvl4pPr>
              <a:defRPr sz="2250" b="1">
                <a:solidFill>
                  <a:srgbClr val="29291F"/>
                </a:solidFill>
              </a:defRPr>
            </a:lvl4pPr>
            <a:lvl5pPr>
              <a:defRPr sz="2250" b="1">
                <a:solidFill>
                  <a:srgbClr val="29291F"/>
                </a:solidFill>
              </a:defRPr>
            </a:lvl5pPr>
            <a:lvl6pPr>
              <a:defRPr sz="2250" b="1">
                <a:solidFill>
                  <a:srgbClr val="29291F"/>
                </a:solidFill>
              </a:defRPr>
            </a:lvl6pPr>
            <a:lvl7pPr>
              <a:defRPr sz="2250" b="1">
                <a:solidFill>
                  <a:srgbClr val="29291F"/>
                </a:solidFill>
              </a:defRPr>
            </a:lvl7pPr>
            <a:lvl8pPr>
              <a:defRPr sz="2250" b="1">
                <a:solidFill>
                  <a:srgbClr val="29291F"/>
                </a:solidFill>
              </a:defRPr>
            </a:lvl8pPr>
            <a:lvl9pPr>
              <a:defRPr sz="2250" b="1">
                <a:solidFill>
                  <a:srgbClr val="29291F"/>
                </a:solidFill>
              </a:defRPr>
            </a:lvl9pPr>
          </a:lstStyle>
          <a:p xmlns:a="http://schemas.openxmlformats.org/drawingml/2006/main">
            <a:pPr>
              <a:defRPr sz="2250" b="1">
                <a:solidFill>
                  <a:srgbClr val="29291F"/>
                </a:solidFill>
              </a:defRPr>
            </a:pPr>
            <a:r>
              <a:rPr sz="2250" b="1">
                <a:solidFill>
                  <a:srgbClr val="29291F"/>
                </a:solidFill>
              </a:rPr>
              <a:t>목표  조건에 맞는 코스를 비교하며 결정 부담을 줄이기</a:t>
            </a:r>
          </a:p>
        </p:txBody>
      </p:sp>
    </p:spTree>
    <p:extLst>
      <p:ext uri="{BB962C8B-B14F-4D97-AF65-F5344CB8AC3E}">
        <p14:creationId xmlns:p14="http://schemas.microsoft.com/office/powerpoint/2010/main" val="1784479343"/>
      </p:ext>
    </p:extLst>
  </p:cSld>
</p:sld>
</file>

<file path=ppt/slides/slide3.xml><?xml version="1.0" encoding="utf-8"?>
<p:sld xmlns:p="http://schemas.openxmlformats.org/presentationml/2006/main">
  <p:cSld>
    <p:bg>
      <p:bgPr>
        <a:solidFill xmlns:a="http://schemas.openxmlformats.org/drawingml/2006/main">
          <a:srgbClr val="FFF8C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604D6E-1ECD-4EA1-9233-892CC0F3A3DA}"/>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대화에서 코스 선택까지</a:t>
            </a:r>
          </a:p>
        </p:txBody>
      </p:sp>
      <p:sp>
        <p:nvSpPr>
          <p:cNvPr id="3" name="">
            <a:extLst xmlns:a="http://schemas.openxmlformats.org/drawingml/2006/main">
              <a:ext uri="{FF2B5EF4-FFF2-40B4-BE49-F238E27FC236}">
                <a16:creationId xmlns:a16="http://schemas.microsoft.com/office/drawing/2014/main" id="{AD98B3DF-67DD-4CCA-AC77-E634E8C01663}"/>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03</a:t>
            </a:r>
          </a:p>
        </p:txBody>
      </p:sp>
      <p:sp>
        <p:nvSpPr>
          <p:cNvPr id="4" name="">
            <a:extLst xmlns:a="http://schemas.openxmlformats.org/drawingml/2006/main">
              <a:ext uri="{FF2B5EF4-FFF2-40B4-BE49-F238E27FC236}">
                <a16:creationId xmlns:a16="http://schemas.microsoft.com/office/drawing/2014/main" id="{9F6DEF1E-1267-4349-9342-B499259119E5}"/>
              </a:ext>
            </a:extLst>
          </p:cNvPr>
          <p:cNvSpPr>
            <a:spLocks xmlns:a="http://schemas.openxmlformats.org/drawingml/2006/main" noGrp="1"/>
          </p:cNvSpPr>
          <p:nvPr/>
        </p:nvSpPr>
        <p:spPr>
          <a:xfrm xmlns:a="http://schemas.openxmlformats.org/drawingml/2006/main">
            <a:off x="609600" y="1809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756000"/>
                </a:solidFill>
              </a:defRPr>
            </a:defPPr>
            <a:lvl1pPr>
              <a:defRPr sz="3450" b="1">
                <a:solidFill>
                  <a:srgbClr val="756000"/>
                </a:solidFill>
              </a:defRPr>
            </a:lvl1pPr>
            <a:lvl2pPr>
              <a:defRPr sz="3450" b="1">
                <a:solidFill>
                  <a:srgbClr val="756000"/>
                </a:solidFill>
              </a:defRPr>
            </a:lvl2pPr>
            <a:lvl3pPr>
              <a:defRPr sz="3450" b="1">
                <a:solidFill>
                  <a:srgbClr val="756000"/>
                </a:solidFill>
              </a:defRPr>
            </a:lvl3pPr>
            <a:lvl4pPr>
              <a:defRPr sz="3450" b="1">
                <a:solidFill>
                  <a:srgbClr val="756000"/>
                </a:solidFill>
              </a:defRPr>
            </a:lvl4pPr>
            <a:lvl5pPr>
              <a:defRPr sz="3450" b="1">
                <a:solidFill>
                  <a:srgbClr val="756000"/>
                </a:solidFill>
              </a:defRPr>
            </a:lvl5pPr>
            <a:lvl6pPr>
              <a:defRPr sz="3450" b="1">
                <a:solidFill>
                  <a:srgbClr val="756000"/>
                </a:solidFill>
              </a:defRPr>
            </a:lvl6pPr>
            <a:lvl7pPr>
              <a:defRPr sz="3450" b="1">
                <a:solidFill>
                  <a:srgbClr val="756000"/>
                </a:solidFill>
              </a:defRPr>
            </a:lvl7pPr>
            <a:lvl8pPr>
              <a:defRPr sz="3450" b="1">
                <a:solidFill>
                  <a:srgbClr val="756000"/>
                </a:solidFill>
              </a:defRPr>
            </a:lvl8pPr>
            <a:lvl9pPr>
              <a:defRPr sz="3450" b="1">
                <a:solidFill>
                  <a:srgbClr val="756000"/>
                </a:solidFill>
              </a:defRPr>
            </a:lvl9pPr>
          </a:lstStyle>
          <a:p xmlns:a="http://schemas.openxmlformats.org/drawingml/2006/main">
            <a:pPr>
              <a:defRPr sz="3450" b="1">
                <a:solidFill>
                  <a:srgbClr val="756000"/>
                </a:solidFill>
              </a:defRPr>
            </a:pPr>
            <a:r>
              <a:rPr sz="3450" b="1">
                <a:solidFill>
                  <a:srgbClr val="756000"/>
                </a:solidFill>
              </a:rPr>
              <a:t>01</a:t>
            </a:r>
          </a:p>
        </p:txBody>
      </p:sp>
      <p:sp>
        <p:nvSpPr>
          <p:cNvPr id="5" name="">
            <a:extLst xmlns:a="http://schemas.openxmlformats.org/drawingml/2006/main">
              <a:ext uri="{FF2B5EF4-FFF2-40B4-BE49-F238E27FC236}">
                <a16:creationId xmlns:a16="http://schemas.microsoft.com/office/drawing/2014/main" id="{BCEA3FA0-B0F5-4774-99D3-AC2C46B1E502}"/>
              </a:ext>
            </a:extLst>
          </p:cNvPr>
          <p:cNvSpPr>
            <a:spLocks xmlns:a="http://schemas.openxmlformats.org/drawingml/2006/main" noGrp="1"/>
          </p:cNvSpPr>
          <p:nvPr/>
        </p:nvSpPr>
        <p:spPr>
          <a:xfrm xmlns:a="http://schemas.openxmlformats.org/drawingml/2006/main">
            <a:off x="609600" y="28575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291F"/>
                </a:solidFill>
              </a:defRPr>
            </a:defPPr>
            <a:lvl1pPr>
              <a:defRPr sz="2400" b="1">
                <a:solidFill>
                  <a:srgbClr val="29291F"/>
                </a:solidFill>
              </a:defRPr>
            </a:lvl1pPr>
            <a:lvl2pPr>
              <a:defRPr sz="2400" b="1">
                <a:solidFill>
                  <a:srgbClr val="29291F"/>
                </a:solidFill>
              </a:defRPr>
            </a:lvl2pPr>
            <a:lvl3pPr>
              <a:defRPr sz="2400" b="1">
                <a:solidFill>
                  <a:srgbClr val="29291F"/>
                </a:solidFill>
              </a:defRPr>
            </a:lvl3pPr>
            <a:lvl4pPr>
              <a:defRPr sz="2400" b="1">
                <a:solidFill>
                  <a:srgbClr val="29291F"/>
                </a:solidFill>
              </a:defRPr>
            </a:lvl4pPr>
            <a:lvl5pPr>
              <a:defRPr sz="2400" b="1">
                <a:solidFill>
                  <a:srgbClr val="29291F"/>
                </a:solidFill>
              </a:defRPr>
            </a:lvl5pPr>
            <a:lvl6pPr>
              <a:defRPr sz="2400" b="1">
                <a:solidFill>
                  <a:srgbClr val="29291F"/>
                </a:solidFill>
              </a:defRPr>
            </a:lvl6pPr>
            <a:lvl7pPr>
              <a:defRPr sz="2400" b="1">
                <a:solidFill>
                  <a:srgbClr val="29291F"/>
                </a:solidFill>
              </a:defRPr>
            </a:lvl7pPr>
            <a:lvl8pPr>
              <a:defRPr sz="2400" b="1">
                <a:solidFill>
                  <a:srgbClr val="29291F"/>
                </a:solidFill>
              </a:defRPr>
            </a:lvl8pPr>
            <a:lvl9pPr>
              <a:defRPr sz="2400" b="1">
                <a:solidFill>
                  <a:srgbClr val="29291F"/>
                </a:solidFill>
              </a:defRPr>
            </a:lvl9pPr>
          </a:lstStyle>
          <a:p xmlns:a="http://schemas.openxmlformats.org/drawingml/2006/main">
            <a:pPr>
              <a:defRPr sz="2400" b="1">
                <a:solidFill>
                  <a:srgbClr val="29291F"/>
                </a:solidFill>
              </a:defRPr>
            </a:pPr>
            <a:r>
              <a:rPr sz="2400" b="1">
                <a:solidFill>
                  <a:srgbClr val="29291F"/>
                </a:solidFill>
              </a:rPr>
              <a:t>조건 전달</a:t>
            </a:r>
          </a:p>
        </p:txBody>
      </p:sp>
      <p:sp>
        <p:nvSpPr>
          <p:cNvPr id="6" name="">
            <a:extLst xmlns:a="http://schemas.openxmlformats.org/drawingml/2006/main">
              <a:ext uri="{FF2B5EF4-FFF2-40B4-BE49-F238E27FC236}">
                <a16:creationId xmlns:a16="http://schemas.microsoft.com/office/drawing/2014/main" id="{F710CB31-C984-4EA3-8C2B-812B736565C1}"/>
              </a:ext>
            </a:extLst>
          </p:cNvPr>
          <p:cNvSpPr>
            <a:spLocks xmlns:a="http://schemas.openxmlformats.org/drawingml/2006/main" noGrp="1"/>
          </p:cNvSpPr>
          <p:nvPr/>
        </p:nvSpPr>
        <p:spPr>
          <a:xfrm xmlns:a="http://schemas.openxmlformats.org/drawingml/2006/main">
            <a:off x="609600" y="3714750"/>
            <a:ext cx="2428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9291F"/>
                </a:solidFill>
              </a:defRPr>
            </a:defPPr>
            <a:lvl1pPr>
              <a:defRPr sz="1800" b="0">
                <a:solidFill>
                  <a:srgbClr val="29291F"/>
                </a:solidFill>
              </a:defRPr>
            </a:lvl1pPr>
            <a:lvl2pPr>
              <a:defRPr sz="1800" b="0">
                <a:solidFill>
                  <a:srgbClr val="29291F"/>
                </a:solidFill>
              </a:defRPr>
            </a:lvl2pPr>
            <a:lvl3pPr>
              <a:defRPr sz="1800" b="0">
                <a:solidFill>
                  <a:srgbClr val="29291F"/>
                </a:solidFill>
              </a:defRPr>
            </a:lvl3pPr>
            <a:lvl4pPr>
              <a:defRPr sz="1800" b="0">
                <a:solidFill>
                  <a:srgbClr val="29291F"/>
                </a:solidFill>
              </a:defRPr>
            </a:lvl4pPr>
            <a:lvl5pPr>
              <a:defRPr sz="1800" b="0">
                <a:solidFill>
                  <a:srgbClr val="29291F"/>
                </a:solidFill>
              </a:defRPr>
            </a:lvl5pPr>
            <a:lvl6pPr>
              <a:defRPr sz="1800" b="0">
                <a:solidFill>
                  <a:srgbClr val="29291F"/>
                </a:solidFill>
              </a:defRPr>
            </a:lvl6pPr>
            <a:lvl7pPr>
              <a:defRPr sz="1800" b="0">
                <a:solidFill>
                  <a:srgbClr val="29291F"/>
                </a:solidFill>
              </a:defRPr>
            </a:lvl7pPr>
            <a:lvl8pPr>
              <a:defRPr sz="1800" b="0">
                <a:solidFill>
                  <a:srgbClr val="29291F"/>
                </a:solidFill>
              </a:defRPr>
            </a:lvl8pPr>
            <a:lvl9pPr>
              <a:defRPr sz="1800" b="0">
                <a:solidFill>
                  <a:srgbClr val="29291F"/>
                </a:solidFill>
              </a:defRPr>
            </a:lvl9pPr>
          </a:lstStyle>
          <a:p xmlns:a="http://schemas.openxmlformats.org/drawingml/2006/main">
            <a:pPr>
              <a:defRPr sz="1800" b="0">
                <a:solidFill>
                  <a:srgbClr val="29291F"/>
                </a:solidFill>
              </a:defRPr>
            </a:pPr>
            <a:r>
              <a:rPr sz="1800" b="0">
                <a:solidFill>
                  <a:srgbClr val="29291F"/>
                </a:solidFill>
              </a:rPr>
              <a:t>지역, 예산, 시간</a:t>
            </a:r>
          </a:p>
          <a:p xmlns:a="http://schemas.openxmlformats.org/drawingml/2006/main">
            <a:pPr>
              <a:defRPr sz="1800" b="0">
                <a:solidFill>
                  <a:srgbClr val="29291F"/>
                </a:solidFill>
              </a:defRPr>
            </a:pPr>
            <a:r>
              <a:rPr sz="1800" b="0">
                <a:solidFill>
                  <a:srgbClr val="29291F"/>
                </a:solidFill>
              </a:rPr>
              <a:t>분위기와 이동수단</a:t>
            </a:r>
          </a:p>
        </p:txBody>
      </p:sp>
      <p:sp>
        <p:nvSpPr>
          <p:cNvPr id="7" name="">
            <a:extLst xmlns:a="http://schemas.openxmlformats.org/drawingml/2006/main">
              <a:ext uri="{FF2B5EF4-FFF2-40B4-BE49-F238E27FC236}">
                <a16:creationId xmlns:a16="http://schemas.microsoft.com/office/drawing/2014/main" id="{6CFF83B8-331E-4D99-8A68-6C73F81F263A}"/>
              </a:ext>
            </a:extLst>
          </p:cNvPr>
          <p:cNvSpPr>
            <a:spLocks xmlns:a="http://schemas.openxmlformats.org/drawingml/2006/main" noGrp="1"/>
          </p:cNvSpPr>
          <p:nvPr/>
        </p:nvSpPr>
        <p:spPr>
          <a:xfrm xmlns:a="http://schemas.openxmlformats.org/drawingml/2006/main">
            <a:off x="3467100" y="1809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756000"/>
                </a:solidFill>
              </a:defRPr>
            </a:defPPr>
            <a:lvl1pPr>
              <a:defRPr sz="3450" b="1">
                <a:solidFill>
                  <a:srgbClr val="756000"/>
                </a:solidFill>
              </a:defRPr>
            </a:lvl1pPr>
            <a:lvl2pPr>
              <a:defRPr sz="3450" b="1">
                <a:solidFill>
                  <a:srgbClr val="756000"/>
                </a:solidFill>
              </a:defRPr>
            </a:lvl2pPr>
            <a:lvl3pPr>
              <a:defRPr sz="3450" b="1">
                <a:solidFill>
                  <a:srgbClr val="756000"/>
                </a:solidFill>
              </a:defRPr>
            </a:lvl3pPr>
            <a:lvl4pPr>
              <a:defRPr sz="3450" b="1">
                <a:solidFill>
                  <a:srgbClr val="756000"/>
                </a:solidFill>
              </a:defRPr>
            </a:lvl4pPr>
            <a:lvl5pPr>
              <a:defRPr sz="3450" b="1">
                <a:solidFill>
                  <a:srgbClr val="756000"/>
                </a:solidFill>
              </a:defRPr>
            </a:lvl5pPr>
            <a:lvl6pPr>
              <a:defRPr sz="3450" b="1">
                <a:solidFill>
                  <a:srgbClr val="756000"/>
                </a:solidFill>
              </a:defRPr>
            </a:lvl6pPr>
            <a:lvl7pPr>
              <a:defRPr sz="3450" b="1">
                <a:solidFill>
                  <a:srgbClr val="756000"/>
                </a:solidFill>
              </a:defRPr>
            </a:lvl7pPr>
            <a:lvl8pPr>
              <a:defRPr sz="3450" b="1">
                <a:solidFill>
                  <a:srgbClr val="756000"/>
                </a:solidFill>
              </a:defRPr>
            </a:lvl8pPr>
            <a:lvl9pPr>
              <a:defRPr sz="3450" b="1">
                <a:solidFill>
                  <a:srgbClr val="756000"/>
                </a:solidFill>
              </a:defRPr>
            </a:lvl9pPr>
          </a:lstStyle>
          <a:p xmlns:a="http://schemas.openxmlformats.org/drawingml/2006/main">
            <a:pPr>
              <a:defRPr sz="3450" b="1">
                <a:solidFill>
                  <a:srgbClr val="756000"/>
                </a:solidFill>
              </a:defRPr>
            </a:pPr>
            <a:r>
              <a:rPr sz="3450" b="1">
                <a:solidFill>
                  <a:srgbClr val="756000"/>
                </a:solidFill>
              </a:rPr>
              <a:t>02</a:t>
            </a:r>
          </a:p>
        </p:txBody>
      </p:sp>
      <p:sp>
        <p:nvSpPr>
          <p:cNvPr id="8" name="">
            <a:extLst xmlns:a="http://schemas.openxmlformats.org/drawingml/2006/main">
              <a:ext uri="{FF2B5EF4-FFF2-40B4-BE49-F238E27FC236}">
                <a16:creationId xmlns:a16="http://schemas.microsoft.com/office/drawing/2014/main" id="{40004929-8EF0-4D04-BDD0-5A415DAC3B67}"/>
              </a:ext>
            </a:extLst>
          </p:cNvPr>
          <p:cNvSpPr>
            <a:spLocks xmlns:a="http://schemas.openxmlformats.org/drawingml/2006/main" noGrp="1"/>
          </p:cNvSpPr>
          <p:nvPr/>
        </p:nvSpPr>
        <p:spPr>
          <a:xfrm xmlns:a="http://schemas.openxmlformats.org/drawingml/2006/main">
            <a:off x="3467100" y="28575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291F"/>
                </a:solidFill>
              </a:defRPr>
            </a:defPPr>
            <a:lvl1pPr>
              <a:defRPr sz="2400" b="1">
                <a:solidFill>
                  <a:srgbClr val="29291F"/>
                </a:solidFill>
              </a:defRPr>
            </a:lvl1pPr>
            <a:lvl2pPr>
              <a:defRPr sz="2400" b="1">
                <a:solidFill>
                  <a:srgbClr val="29291F"/>
                </a:solidFill>
              </a:defRPr>
            </a:lvl2pPr>
            <a:lvl3pPr>
              <a:defRPr sz="2400" b="1">
                <a:solidFill>
                  <a:srgbClr val="29291F"/>
                </a:solidFill>
              </a:defRPr>
            </a:lvl3pPr>
            <a:lvl4pPr>
              <a:defRPr sz="2400" b="1">
                <a:solidFill>
                  <a:srgbClr val="29291F"/>
                </a:solidFill>
              </a:defRPr>
            </a:lvl4pPr>
            <a:lvl5pPr>
              <a:defRPr sz="2400" b="1">
                <a:solidFill>
                  <a:srgbClr val="29291F"/>
                </a:solidFill>
              </a:defRPr>
            </a:lvl5pPr>
            <a:lvl6pPr>
              <a:defRPr sz="2400" b="1">
                <a:solidFill>
                  <a:srgbClr val="29291F"/>
                </a:solidFill>
              </a:defRPr>
            </a:lvl6pPr>
            <a:lvl7pPr>
              <a:defRPr sz="2400" b="1">
                <a:solidFill>
                  <a:srgbClr val="29291F"/>
                </a:solidFill>
              </a:defRPr>
            </a:lvl7pPr>
            <a:lvl8pPr>
              <a:defRPr sz="2400" b="1">
                <a:solidFill>
                  <a:srgbClr val="29291F"/>
                </a:solidFill>
              </a:defRPr>
            </a:lvl8pPr>
            <a:lvl9pPr>
              <a:defRPr sz="2400" b="1">
                <a:solidFill>
                  <a:srgbClr val="29291F"/>
                </a:solidFill>
              </a:defRPr>
            </a:lvl9pPr>
          </a:lstStyle>
          <a:p xmlns:a="http://schemas.openxmlformats.org/drawingml/2006/main">
            <a:pPr>
              <a:defRPr sz="2400" b="1">
                <a:solidFill>
                  <a:srgbClr val="29291F"/>
                </a:solidFill>
              </a:defRPr>
            </a:pPr>
            <a:r>
              <a:rPr sz="2400" b="1">
                <a:solidFill>
                  <a:srgbClr val="29291F"/>
                </a:solidFill>
              </a:rPr>
              <a:t>코스 비교</a:t>
            </a:r>
          </a:p>
        </p:txBody>
      </p:sp>
      <p:sp>
        <p:nvSpPr>
          <p:cNvPr id="9" name="">
            <a:extLst xmlns:a="http://schemas.openxmlformats.org/drawingml/2006/main">
              <a:ext uri="{FF2B5EF4-FFF2-40B4-BE49-F238E27FC236}">
                <a16:creationId xmlns:a16="http://schemas.microsoft.com/office/drawing/2014/main" id="{99A7E8B3-8A7F-47C7-A4F6-F71E22880F91}"/>
              </a:ext>
            </a:extLst>
          </p:cNvPr>
          <p:cNvSpPr>
            <a:spLocks xmlns:a="http://schemas.openxmlformats.org/drawingml/2006/main" noGrp="1"/>
          </p:cNvSpPr>
          <p:nvPr/>
        </p:nvSpPr>
        <p:spPr>
          <a:xfrm xmlns:a="http://schemas.openxmlformats.org/drawingml/2006/main">
            <a:off x="3467100" y="3714750"/>
            <a:ext cx="2428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9291F"/>
                </a:solidFill>
              </a:defRPr>
            </a:defPPr>
            <a:lvl1pPr>
              <a:defRPr sz="1800" b="0">
                <a:solidFill>
                  <a:srgbClr val="29291F"/>
                </a:solidFill>
              </a:defRPr>
            </a:lvl1pPr>
            <a:lvl2pPr>
              <a:defRPr sz="1800" b="0">
                <a:solidFill>
                  <a:srgbClr val="29291F"/>
                </a:solidFill>
              </a:defRPr>
            </a:lvl2pPr>
            <a:lvl3pPr>
              <a:defRPr sz="1800" b="0">
                <a:solidFill>
                  <a:srgbClr val="29291F"/>
                </a:solidFill>
              </a:defRPr>
            </a:lvl3pPr>
            <a:lvl4pPr>
              <a:defRPr sz="1800" b="0">
                <a:solidFill>
                  <a:srgbClr val="29291F"/>
                </a:solidFill>
              </a:defRPr>
            </a:lvl4pPr>
            <a:lvl5pPr>
              <a:defRPr sz="1800" b="0">
                <a:solidFill>
                  <a:srgbClr val="29291F"/>
                </a:solidFill>
              </a:defRPr>
            </a:lvl5pPr>
            <a:lvl6pPr>
              <a:defRPr sz="1800" b="0">
                <a:solidFill>
                  <a:srgbClr val="29291F"/>
                </a:solidFill>
              </a:defRPr>
            </a:lvl6pPr>
            <a:lvl7pPr>
              <a:defRPr sz="1800" b="0">
                <a:solidFill>
                  <a:srgbClr val="29291F"/>
                </a:solidFill>
              </a:defRPr>
            </a:lvl7pPr>
            <a:lvl8pPr>
              <a:defRPr sz="1800" b="0">
                <a:solidFill>
                  <a:srgbClr val="29291F"/>
                </a:solidFill>
              </a:defRPr>
            </a:lvl8pPr>
            <a:lvl9pPr>
              <a:defRPr sz="1800" b="0">
                <a:solidFill>
                  <a:srgbClr val="29291F"/>
                </a:solidFill>
              </a:defRPr>
            </a:lvl9pPr>
          </a:lstStyle>
          <a:p xmlns:a="http://schemas.openxmlformats.org/drawingml/2006/main">
            <a:pPr>
              <a:defRPr sz="1800" b="0">
                <a:solidFill>
                  <a:srgbClr val="29291F"/>
                </a:solidFill>
              </a:defRPr>
            </a:pPr>
            <a:r>
              <a:rPr sz="1800" b="0">
                <a:solidFill>
                  <a:srgbClr val="29291F"/>
                </a:solidFill>
              </a:rPr>
              <a:t>카페·문화·공원</a:t>
            </a:r>
          </a:p>
          <a:p xmlns:a="http://schemas.openxmlformats.org/drawingml/2006/main">
            <a:pPr>
              <a:defRPr sz="1800" b="0">
                <a:solidFill>
                  <a:srgbClr val="29291F"/>
                </a:solidFill>
              </a:defRPr>
            </a:pPr>
            <a:r>
              <a:rPr sz="1800" b="0">
                <a:solidFill>
                  <a:srgbClr val="29291F"/>
                </a:solidFill>
              </a:rPr>
              <a:t>최대 3개 테마</a:t>
            </a:r>
          </a:p>
        </p:txBody>
      </p:sp>
      <p:sp>
        <p:nvSpPr>
          <p:cNvPr id="10" name="">
            <a:extLst xmlns:a="http://schemas.openxmlformats.org/drawingml/2006/main">
              <a:ext uri="{FF2B5EF4-FFF2-40B4-BE49-F238E27FC236}">
                <a16:creationId xmlns:a16="http://schemas.microsoft.com/office/drawing/2014/main" id="{0E9DA856-5BA2-46D2-8D11-4B01DF30406D}"/>
              </a:ext>
            </a:extLst>
          </p:cNvPr>
          <p:cNvSpPr>
            <a:spLocks xmlns:a="http://schemas.openxmlformats.org/drawingml/2006/main" noGrp="1"/>
          </p:cNvSpPr>
          <p:nvPr/>
        </p:nvSpPr>
        <p:spPr>
          <a:xfrm xmlns:a="http://schemas.openxmlformats.org/drawingml/2006/main">
            <a:off x="6324600" y="1809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756000"/>
                </a:solidFill>
              </a:defRPr>
            </a:defPPr>
            <a:lvl1pPr>
              <a:defRPr sz="3450" b="1">
                <a:solidFill>
                  <a:srgbClr val="756000"/>
                </a:solidFill>
              </a:defRPr>
            </a:lvl1pPr>
            <a:lvl2pPr>
              <a:defRPr sz="3450" b="1">
                <a:solidFill>
                  <a:srgbClr val="756000"/>
                </a:solidFill>
              </a:defRPr>
            </a:lvl2pPr>
            <a:lvl3pPr>
              <a:defRPr sz="3450" b="1">
                <a:solidFill>
                  <a:srgbClr val="756000"/>
                </a:solidFill>
              </a:defRPr>
            </a:lvl3pPr>
            <a:lvl4pPr>
              <a:defRPr sz="3450" b="1">
                <a:solidFill>
                  <a:srgbClr val="756000"/>
                </a:solidFill>
              </a:defRPr>
            </a:lvl4pPr>
            <a:lvl5pPr>
              <a:defRPr sz="3450" b="1">
                <a:solidFill>
                  <a:srgbClr val="756000"/>
                </a:solidFill>
              </a:defRPr>
            </a:lvl5pPr>
            <a:lvl6pPr>
              <a:defRPr sz="3450" b="1">
                <a:solidFill>
                  <a:srgbClr val="756000"/>
                </a:solidFill>
              </a:defRPr>
            </a:lvl6pPr>
            <a:lvl7pPr>
              <a:defRPr sz="3450" b="1">
                <a:solidFill>
                  <a:srgbClr val="756000"/>
                </a:solidFill>
              </a:defRPr>
            </a:lvl7pPr>
            <a:lvl8pPr>
              <a:defRPr sz="3450" b="1">
                <a:solidFill>
                  <a:srgbClr val="756000"/>
                </a:solidFill>
              </a:defRPr>
            </a:lvl8pPr>
            <a:lvl9pPr>
              <a:defRPr sz="3450" b="1">
                <a:solidFill>
                  <a:srgbClr val="756000"/>
                </a:solidFill>
              </a:defRPr>
            </a:lvl9pPr>
          </a:lstStyle>
          <a:p xmlns:a="http://schemas.openxmlformats.org/drawingml/2006/main">
            <a:pPr>
              <a:defRPr sz="3450" b="1">
                <a:solidFill>
                  <a:srgbClr val="756000"/>
                </a:solidFill>
              </a:defRPr>
            </a:pPr>
            <a:r>
              <a:rPr sz="3450" b="1">
                <a:solidFill>
                  <a:srgbClr val="756000"/>
                </a:solidFill>
              </a:rPr>
              <a:t>03</a:t>
            </a:r>
          </a:p>
        </p:txBody>
      </p:sp>
      <p:sp>
        <p:nvSpPr>
          <p:cNvPr id="11" name="">
            <a:extLst xmlns:a="http://schemas.openxmlformats.org/drawingml/2006/main">
              <a:ext uri="{FF2B5EF4-FFF2-40B4-BE49-F238E27FC236}">
                <a16:creationId xmlns:a16="http://schemas.microsoft.com/office/drawing/2014/main" id="{68FDCB73-831E-4CB0-AAAC-7AD952B50BAC}"/>
              </a:ext>
            </a:extLst>
          </p:cNvPr>
          <p:cNvSpPr>
            <a:spLocks xmlns:a="http://schemas.openxmlformats.org/drawingml/2006/main" noGrp="1"/>
          </p:cNvSpPr>
          <p:nvPr/>
        </p:nvSpPr>
        <p:spPr>
          <a:xfrm xmlns:a="http://schemas.openxmlformats.org/drawingml/2006/main">
            <a:off x="6324600" y="28575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291F"/>
                </a:solidFill>
              </a:defRPr>
            </a:defPPr>
            <a:lvl1pPr>
              <a:defRPr sz="2400" b="1">
                <a:solidFill>
                  <a:srgbClr val="29291F"/>
                </a:solidFill>
              </a:defRPr>
            </a:lvl1pPr>
            <a:lvl2pPr>
              <a:defRPr sz="2400" b="1">
                <a:solidFill>
                  <a:srgbClr val="29291F"/>
                </a:solidFill>
              </a:defRPr>
            </a:lvl2pPr>
            <a:lvl3pPr>
              <a:defRPr sz="2400" b="1">
                <a:solidFill>
                  <a:srgbClr val="29291F"/>
                </a:solidFill>
              </a:defRPr>
            </a:lvl3pPr>
            <a:lvl4pPr>
              <a:defRPr sz="2400" b="1">
                <a:solidFill>
                  <a:srgbClr val="29291F"/>
                </a:solidFill>
              </a:defRPr>
            </a:lvl4pPr>
            <a:lvl5pPr>
              <a:defRPr sz="2400" b="1">
                <a:solidFill>
                  <a:srgbClr val="29291F"/>
                </a:solidFill>
              </a:defRPr>
            </a:lvl5pPr>
            <a:lvl6pPr>
              <a:defRPr sz="2400" b="1">
                <a:solidFill>
                  <a:srgbClr val="29291F"/>
                </a:solidFill>
              </a:defRPr>
            </a:lvl6pPr>
            <a:lvl7pPr>
              <a:defRPr sz="2400" b="1">
                <a:solidFill>
                  <a:srgbClr val="29291F"/>
                </a:solidFill>
              </a:defRPr>
            </a:lvl7pPr>
            <a:lvl8pPr>
              <a:defRPr sz="2400" b="1">
                <a:solidFill>
                  <a:srgbClr val="29291F"/>
                </a:solidFill>
              </a:defRPr>
            </a:lvl8pPr>
            <a:lvl9pPr>
              <a:defRPr sz="2400" b="1">
                <a:solidFill>
                  <a:srgbClr val="29291F"/>
                </a:solidFill>
              </a:defRPr>
            </a:lvl9pPr>
          </a:lstStyle>
          <a:p xmlns:a="http://schemas.openxmlformats.org/drawingml/2006/main">
            <a:pPr>
              <a:defRPr sz="2400" b="1">
                <a:solidFill>
                  <a:srgbClr val="29291F"/>
                </a:solidFill>
              </a:defRPr>
            </a:pPr>
            <a:r>
              <a:rPr sz="2400" b="1">
                <a:solidFill>
                  <a:srgbClr val="29291F"/>
                </a:solidFill>
              </a:rPr>
              <a:t>상세 확인</a:t>
            </a:r>
          </a:p>
        </p:txBody>
      </p:sp>
      <p:sp>
        <p:nvSpPr>
          <p:cNvPr id="12" name="">
            <a:extLst xmlns:a="http://schemas.openxmlformats.org/drawingml/2006/main">
              <a:ext uri="{FF2B5EF4-FFF2-40B4-BE49-F238E27FC236}">
                <a16:creationId xmlns:a16="http://schemas.microsoft.com/office/drawing/2014/main" id="{B8B9CB37-D18F-4A83-AD44-B2CC686CE150}"/>
              </a:ext>
            </a:extLst>
          </p:cNvPr>
          <p:cNvSpPr>
            <a:spLocks xmlns:a="http://schemas.openxmlformats.org/drawingml/2006/main" noGrp="1"/>
          </p:cNvSpPr>
          <p:nvPr/>
        </p:nvSpPr>
        <p:spPr>
          <a:xfrm xmlns:a="http://schemas.openxmlformats.org/drawingml/2006/main">
            <a:off x="6324600" y="3714750"/>
            <a:ext cx="2428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9291F"/>
                </a:solidFill>
              </a:defRPr>
            </a:defPPr>
            <a:lvl1pPr>
              <a:defRPr sz="1800" b="0">
                <a:solidFill>
                  <a:srgbClr val="29291F"/>
                </a:solidFill>
              </a:defRPr>
            </a:lvl1pPr>
            <a:lvl2pPr>
              <a:defRPr sz="1800" b="0">
                <a:solidFill>
                  <a:srgbClr val="29291F"/>
                </a:solidFill>
              </a:defRPr>
            </a:lvl2pPr>
            <a:lvl3pPr>
              <a:defRPr sz="1800" b="0">
                <a:solidFill>
                  <a:srgbClr val="29291F"/>
                </a:solidFill>
              </a:defRPr>
            </a:lvl3pPr>
            <a:lvl4pPr>
              <a:defRPr sz="1800" b="0">
                <a:solidFill>
                  <a:srgbClr val="29291F"/>
                </a:solidFill>
              </a:defRPr>
            </a:lvl4pPr>
            <a:lvl5pPr>
              <a:defRPr sz="1800" b="0">
                <a:solidFill>
                  <a:srgbClr val="29291F"/>
                </a:solidFill>
              </a:defRPr>
            </a:lvl5pPr>
            <a:lvl6pPr>
              <a:defRPr sz="1800" b="0">
                <a:solidFill>
                  <a:srgbClr val="29291F"/>
                </a:solidFill>
              </a:defRPr>
            </a:lvl6pPr>
            <a:lvl7pPr>
              <a:defRPr sz="1800" b="0">
                <a:solidFill>
                  <a:srgbClr val="29291F"/>
                </a:solidFill>
              </a:defRPr>
            </a:lvl7pPr>
            <a:lvl8pPr>
              <a:defRPr sz="1800" b="0">
                <a:solidFill>
                  <a:srgbClr val="29291F"/>
                </a:solidFill>
              </a:defRPr>
            </a:lvl8pPr>
            <a:lvl9pPr>
              <a:defRPr sz="1800" b="0">
                <a:solidFill>
                  <a:srgbClr val="29291F"/>
                </a:solidFill>
              </a:defRPr>
            </a:lvl9pPr>
          </a:lstStyle>
          <a:p xmlns:a="http://schemas.openxmlformats.org/drawingml/2006/main">
            <a:pPr>
              <a:defRPr sz="1800" b="0">
                <a:solidFill>
                  <a:srgbClr val="29291F"/>
                </a:solidFill>
              </a:defRPr>
            </a:pPr>
            <a:r>
              <a:rPr sz="1800" b="0">
                <a:solidFill>
                  <a:srgbClr val="29291F"/>
                </a:solidFill>
              </a:rPr>
              <a:t>방문 순서와 예상 비용</a:t>
            </a:r>
          </a:p>
          <a:p xmlns:a="http://schemas.openxmlformats.org/drawingml/2006/main">
            <a:pPr>
              <a:defRPr sz="1800" b="0">
                <a:solidFill>
                  <a:srgbClr val="29291F"/>
                </a:solidFill>
              </a:defRPr>
            </a:pPr>
            <a:r>
              <a:rPr sz="1800" b="0">
                <a:solidFill>
                  <a:srgbClr val="29291F"/>
                </a:solidFill>
              </a:rPr>
              <a:t>지도와 실제 경로</a:t>
            </a:r>
          </a:p>
        </p:txBody>
      </p:sp>
      <p:sp>
        <p:nvSpPr>
          <p:cNvPr id="13" name="">
            <a:extLst xmlns:a="http://schemas.openxmlformats.org/drawingml/2006/main">
              <a:ext uri="{FF2B5EF4-FFF2-40B4-BE49-F238E27FC236}">
                <a16:creationId xmlns:a16="http://schemas.microsoft.com/office/drawing/2014/main" id="{3942495E-B171-47D6-ACBC-BB1AA6FED736}"/>
              </a:ext>
            </a:extLst>
          </p:cNvPr>
          <p:cNvSpPr>
            <a:spLocks xmlns:a="http://schemas.openxmlformats.org/drawingml/2006/main" noGrp="1"/>
          </p:cNvSpPr>
          <p:nvPr/>
        </p:nvSpPr>
        <p:spPr>
          <a:xfrm xmlns:a="http://schemas.openxmlformats.org/drawingml/2006/main">
            <a:off x="9182100" y="18097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756000"/>
                </a:solidFill>
              </a:defRPr>
            </a:defPPr>
            <a:lvl1pPr>
              <a:defRPr sz="3450" b="1">
                <a:solidFill>
                  <a:srgbClr val="756000"/>
                </a:solidFill>
              </a:defRPr>
            </a:lvl1pPr>
            <a:lvl2pPr>
              <a:defRPr sz="3450" b="1">
                <a:solidFill>
                  <a:srgbClr val="756000"/>
                </a:solidFill>
              </a:defRPr>
            </a:lvl2pPr>
            <a:lvl3pPr>
              <a:defRPr sz="3450" b="1">
                <a:solidFill>
                  <a:srgbClr val="756000"/>
                </a:solidFill>
              </a:defRPr>
            </a:lvl3pPr>
            <a:lvl4pPr>
              <a:defRPr sz="3450" b="1">
                <a:solidFill>
                  <a:srgbClr val="756000"/>
                </a:solidFill>
              </a:defRPr>
            </a:lvl4pPr>
            <a:lvl5pPr>
              <a:defRPr sz="3450" b="1">
                <a:solidFill>
                  <a:srgbClr val="756000"/>
                </a:solidFill>
              </a:defRPr>
            </a:lvl5pPr>
            <a:lvl6pPr>
              <a:defRPr sz="3450" b="1">
                <a:solidFill>
                  <a:srgbClr val="756000"/>
                </a:solidFill>
              </a:defRPr>
            </a:lvl6pPr>
            <a:lvl7pPr>
              <a:defRPr sz="3450" b="1">
                <a:solidFill>
                  <a:srgbClr val="756000"/>
                </a:solidFill>
              </a:defRPr>
            </a:lvl7pPr>
            <a:lvl8pPr>
              <a:defRPr sz="3450" b="1">
                <a:solidFill>
                  <a:srgbClr val="756000"/>
                </a:solidFill>
              </a:defRPr>
            </a:lvl8pPr>
            <a:lvl9pPr>
              <a:defRPr sz="3450" b="1">
                <a:solidFill>
                  <a:srgbClr val="756000"/>
                </a:solidFill>
              </a:defRPr>
            </a:lvl9pPr>
          </a:lstStyle>
          <a:p xmlns:a="http://schemas.openxmlformats.org/drawingml/2006/main">
            <a:pPr>
              <a:defRPr sz="3450" b="1">
                <a:solidFill>
                  <a:srgbClr val="756000"/>
                </a:solidFill>
              </a:defRPr>
            </a:pPr>
            <a:r>
              <a:rPr sz="3450" b="1">
                <a:solidFill>
                  <a:srgbClr val="756000"/>
                </a:solidFill>
              </a:rPr>
              <a:t>04</a:t>
            </a:r>
          </a:p>
        </p:txBody>
      </p:sp>
      <p:sp>
        <p:nvSpPr>
          <p:cNvPr id="14" name="">
            <a:extLst xmlns:a="http://schemas.openxmlformats.org/drawingml/2006/main">
              <a:ext uri="{FF2B5EF4-FFF2-40B4-BE49-F238E27FC236}">
                <a16:creationId xmlns:a16="http://schemas.microsoft.com/office/drawing/2014/main" id="{85B34686-4003-48C0-B00C-BFEE7783A4FB}"/>
              </a:ext>
            </a:extLst>
          </p:cNvPr>
          <p:cNvSpPr>
            <a:spLocks xmlns:a="http://schemas.openxmlformats.org/drawingml/2006/main" noGrp="1"/>
          </p:cNvSpPr>
          <p:nvPr/>
        </p:nvSpPr>
        <p:spPr>
          <a:xfrm xmlns:a="http://schemas.openxmlformats.org/drawingml/2006/main">
            <a:off x="9182100" y="28575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291F"/>
                </a:solidFill>
              </a:defRPr>
            </a:defPPr>
            <a:lvl1pPr>
              <a:defRPr sz="2400" b="1">
                <a:solidFill>
                  <a:srgbClr val="29291F"/>
                </a:solidFill>
              </a:defRPr>
            </a:lvl1pPr>
            <a:lvl2pPr>
              <a:defRPr sz="2400" b="1">
                <a:solidFill>
                  <a:srgbClr val="29291F"/>
                </a:solidFill>
              </a:defRPr>
            </a:lvl2pPr>
            <a:lvl3pPr>
              <a:defRPr sz="2400" b="1">
                <a:solidFill>
                  <a:srgbClr val="29291F"/>
                </a:solidFill>
              </a:defRPr>
            </a:lvl3pPr>
            <a:lvl4pPr>
              <a:defRPr sz="2400" b="1">
                <a:solidFill>
                  <a:srgbClr val="29291F"/>
                </a:solidFill>
              </a:defRPr>
            </a:lvl4pPr>
            <a:lvl5pPr>
              <a:defRPr sz="2400" b="1">
                <a:solidFill>
                  <a:srgbClr val="29291F"/>
                </a:solidFill>
              </a:defRPr>
            </a:lvl5pPr>
            <a:lvl6pPr>
              <a:defRPr sz="2400" b="1">
                <a:solidFill>
                  <a:srgbClr val="29291F"/>
                </a:solidFill>
              </a:defRPr>
            </a:lvl6pPr>
            <a:lvl7pPr>
              <a:defRPr sz="2400" b="1">
                <a:solidFill>
                  <a:srgbClr val="29291F"/>
                </a:solidFill>
              </a:defRPr>
            </a:lvl7pPr>
            <a:lvl8pPr>
              <a:defRPr sz="2400" b="1">
                <a:solidFill>
                  <a:srgbClr val="29291F"/>
                </a:solidFill>
              </a:defRPr>
            </a:lvl8pPr>
            <a:lvl9pPr>
              <a:defRPr sz="2400" b="1">
                <a:solidFill>
                  <a:srgbClr val="29291F"/>
                </a:solidFill>
              </a:defRPr>
            </a:lvl9pPr>
          </a:lstStyle>
          <a:p xmlns:a="http://schemas.openxmlformats.org/drawingml/2006/main">
            <a:pPr>
              <a:defRPr sz="2400" b="1">
                <a:solidFill>
                  <a:srgbClr val="29291F"/>
                </a:solidFill>
              </a:defRPr>
            </a:pPr>
            <a:r>
              <a:rPr sz="2400" b="1">
                <a:solidFill>
                  <a:srgbClr val="29291F"/>
                </a:solidFill>
              </a:rPr>
              <a:t>저장·공유</a:t>
            </a:r>
          </a:p>
        </p:txBody>
      </p:sp>
      <p:sp>
        <p:nvSpPr>
          <p:cNvPr id="15" name="">
            <a:extLst xmlns:a="http://schemas.openxmlformats.org/drawingml/2006/main">
              <a:ext uri="{FF2B5EF4-FFF2-40B4-BE49-F238E27FC236}">
                <a16:creationId xmlns:a16="http://schemas.microsoft.com/office/drawing/2014/main" id="{7AD37C2C-06E6-4597-B226-52C53FFFB1FD}"/>
              </a:ext>
            </a:extLst>
          </p:cNvPr>
          <p:cNvSpPr>
            <a:spLocks xmlns:a="http://schemas.openxmlformats.org/drawingml/2006/main" noGrp="1"/>
          </p:cNvSpPr>
          <p:nvPr/>
        </p:nvSpPr>
        <p:spPr>
          <a:xfrm xmlns:a="http://schemas.openxmlformats.org/drawingml/2006/main">
            <a:off x="9182100" y="3714750"/>
            <a:ext cx="2428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9291F"/>
                </a:solidFill>
              </a:defRPr>
            </a:defPPr>
            <a:lvl1pPr>
              <a:defRPr sz="1800" b="0">
                <a:solidFill>
                  <a:srgbClr val="29291F"/>
                </a:solidFill>
              </a:defRPr>
            </a:lvl1pPr>
            <a:lvl2pPr>
              <a:defRPr sz="1800" b="0">
                <a:solidFill>
                  <a:srgbClr val="29291F"/>
                </a:solidFill>
              </a:defRPr>
            </a:lvl2pPr>
            <a:lvl3pPr>
              <a:defRPr sz="1800" b="0">
                <a:solidFill>
                  <a:srgbClr val="29291F"/>
                </a:solidFill>
              </a:defRPr>
            </a:lvl3pPr>
            <a:lvl4pPr>
              <a:defRPr sz="1800" b="0">
                <a:solidFill>
                  <a:srgbClr val="29291F"/>
                </a:solidFill>
              </a:defRPr>
            </a:lvl4pPr>
            <a:lvl5pPr>
              <a:defRPr sz="1800" b="0">
                <a:solidFill>
                  <a:srgbClr val="29291F"/>
                </a:solidFill>
              </a:defRPr>
            </a:lvl5pPr>
            <a:lvl6pPr>
              <a:defRPr sz="1800" b="0">
                <a:solidFill>
                  <a:srgbClr val="29291F"/>
                </a:solidFill>
              </a:defRPr>
            </a:lvl6pPr>
            <a:lvl7pPr>
              <a:defRPr sz="1800" b="0">
                <a:solidFill>
                  <a:srgbClr val="29291F"/>
                </a:solidFill>
              </a:defRPr>
            </a:lvl7pPr>
            <a:lvl8pPr>
              <a:defRPr sz="1800" b="0">
                <a:solidFill>
                  <a:srgbClr val="29291F"/>
                </a:solidFill>
              </a:defRPr>
            </a:lvl8pPr>
            <a:lvl9pPr>
              <a:defRPr sz="1800" b="0">
                <a:solidFill>
                  <a:srgbClr val="29291F"/>
                </a:solidFill>
              </a:defRPr>
            </a:lvl9pPr>
          </a:lstStyle>
          <a:p xmlns:a="http://schemas.openxmlformats.org/drawingml/2006/main">
            <a:pPr>
              <a:defRPr sz="1800" b="0">
                <a:solidFill>
                  <a:srgbClr val="29291F"/>
                </a:solidFill>
              </a:defRPr>
            </a:pPr>
            <a:r>
              <a:rPr sz="1800" b="0">
                <a:solidFill>
                  <a:srgbClr val="29291F"/>
                </a:solidFill>
              </a:rPr>
              <a:t>선택한 코스를 저장</a:t>
            </a:r>
          </a:p>
          <a:p xmlns:a="http://schemas.openxmlformats.org/drawingml/2006/main">
            <a:pPr>
              <a:defRPr sz="1800" b="0">
                <a:solidFill>
                  <a:srgbClr val="29291F"/>
                </a:solidFill>
              </a:defRPr>
            </a:pPr>
            <a:r>
              <a:rPr sz="1800" b="0">
                <a:solidFill>
                  <a:srgbClr val="29291F"/>
                </a:solidFill>
              </a:rPr>
              <a:t>함께 갈 사람과 공유</a:t>
            </a:r>
          </a:p>
        </p:txBody>
      </p:sp>
    </p:spTree>
    <p:extLst>
      <p:ext uri="{BB962C8B-B14F-4D97-AF65-F5344CB8AC3E}">
        <p14:creationId xmlns:p14="http://schemas.microsoft.com/office/powerpoint/2010/main" val="594138841"/>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1BF771-901B-43CE-B511-3A7F339D2BC9}"/>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실제 웹앱 화면</a:t>
            </a:r>
          </a:p>
        </p:txBody>
      </p:sp>
      <p:sp>
        <p:nvSpPr>
          <p:cNvPr id="3" name="">
            <a:extLst xmlns:a="http://schemas.openxmlformats.org/drawingml/2006/main">
              <a:ext uri="{FF2B5EF4-FFF2-40B4-BE49-F238E27FC236}">
                <a16:creationId xmlns:a16="http://schemas.microsoft.com/office/drawing/2014/main" id="{E8C49261-9CC7-4230-A081-1FA223E58977}"/>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04</a:t>
            </a:r>
          </a:p>
        </p:txBody>
      </p:sp>
      <p:pic>
        <p:nvPicPr>
          <p:cNvPr id="4" name="">
            <a:extLst xmlns:a="http://schemas.openxmlformats.org/drawingml/2006/main">
              <a:ext uri="{FF2B5EF4-FFF2-40B4-BE49-F238E27FC236}">
                <a16:creationId xmlns:a16="http://schemas.microsoft.com/office/drawing/2014/main" id="{CF806246-78A5-42FF-91F1-7DD544B160C6}"/>
              </a:ext>
            </a:extLst>
          </p:cNvPr>
          <p:cNvPicPr>
            <a:picLocks xmlns:a="http://schemas.openxmlformats.org/drawingml/2006/main" noChangeAspect="1"/>
          </p:cNvPicPr>
          <p:nvPr/>
        </p:nvPicPr>
        <p:blipFill>
          <a:blip xmlns:r="http://schemas.openxmlformats.org/officeDocument/2006/relationships" xmlns:a="http://schemas.openxmlformats.org/drawingml/2006/main" r:embed="R6a1f490b77744fc3"/>
          <a:stretch xmlns:a="http://schemas.openxmlformats.org/drawingml/2006/main"/>
        </p:blipFill>
        <p:spPr>
          <a:xfrm xmlns:a="http://schemas.openxmlformats.org/drawingml/2006/main">
            <a:off x="609600" y="1480405"/>
            <a:ext cx="8382000" cy="470681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8A95A4E-E8BB-4E21-B59D-3F1CD5E9FCDD}"/>
              </a:ext>
            </a:extLst>
          </p:cNvPr>
          <p:cNvSpPr>
            <a:spLocks xmlns:a="http://schemas.openxmlformats.org/drawingml/2006/main" noGrp="1"/>
          </p:cNvSpPr>
          <p:nvPr/>
        </p:nvSpPr>
        <p:spPr>
          <a:xfrm xmlns:a="http://schemas.openxmlformats.org/drawingml/2006/main">
            <a:off x="9334500" y="18097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291F"/>
                </a:solidFill>
              </a:defRPr>
            </a:defPPr>
            <a:lvl1pPr>
              <a:defRPr sz="2100" b="1">
                <a:solidFill>
                  <a:srgbClr val="29291F"/>
                </a:solidFill>
              </a:defRPr>
            </a:lvl1pPr>
            <a:lvl2pPr>
              <a:defRPr sz="2100" b="1">
                <a:solidFill>
                  <a:srgbClr val="29291F"/>
                </a:solidFill>
              </a:defRPr>
            </a:lvl2pPr>
            <a:lvl3pPr>
              <a:defRPr sz="2100" b="1">
                <a:solidFill>
                  <a:srgbClr val="29291F"/>
                </a:solidFill>
              </a:defRPr>
            </a:lvl3pPr>
            <a:lvl4pPr>
              <a:defRPr sz="2100" b="1">
                <a:solidFill>
                  <a:srgbClr val="29291F"/>
                </a:solidFill>
              </a:defRPr>
            </a:lvl4pPr>
            <a:lvl5pPr>
              <a:defRPr sz="2100" b="1">
                <a:solidFill>
                  <a:srgbClr val="29291F"/>
                </a:solidFill>
              </a:defRPr>
            </a:lvl5pPr>
            <a:lvl6pPr>
              <a:defRPr sz="2100" b="1">
                <a:solidFill>
                  <a:srgbClr val="29291F"/>
                </a:solidFill>
              </a:defRPr>
            </a:lvl6pPr>
            <a:lvl7pPr>
              <a:defRPr sz="2100" b="1">
                <a:solidFill>
                  <a:srgbClr val="29291F"/>
                </a:solidFill>
              </a:defRPr>
            </a:lvl7pPr>
            <a:lvl8pPr>
              <a:defRPr sz="2100" b="1">
                <a:solidFill>
                  <a:srgbClr val="29291F"/>
                </a:solidFill>
              </a:defRPr>
            </a:lvl8pPr>
            <a:lvl9pPr>
              <a:defRPr sz="2100" b="1">
                <a:solidFill>
                  <a:srgbClr val="29291F"/>
                </a:solidFill>
              </a:defRPr>
            </a:lvl9pPr>
          </a:lstStyle>
          <a:p xmlns:a="http://schemas.openxmlformats.org/drawingml/2006/main">
            <a:pPr>
              <a:defRPr sz="2100" b="1">
                <a:solidFill>
                  <a:srgbClr val="29291F"/>
                </a:solidFill>
              </a:defRPr>
            </a:pPr>
            <a:r>
              <a:rPr sz="2100" b="1">
                <a:solidFill>
                  <a:srgbClr val="29291F"/>
                </a:solidFill>
              </a:rPr>
              <a:t>조건 요약</a:t>
            </a:r>
          </a:p>
        </p:txBody>
      </p:sp>
      <p:sp>
        <p:nvSpPr>
          <p:cNvPr id="6" name="">
            <a:extLst xmlns:a="http://schemas.openxmlformats.org/drawingml/2006/main">
              <a:ext uri="{FF2B5EF4-FFF2-40B4-BE49-F238E27FC236}">
                <a16:creationId xmlns:a16="http://schemas.microsoft.com/office/drawing/2014/main" id="{79DC31BA-971F-4434-9A21-BE95FC94371A}"/>
              </a:ext>
            </a:extLst>
          </p:cNvPr>
          <p:cNvSpPr>
            <a:spLocks xmlns:a="http://schemas.openxmlformats.org/drawingml/2006/main" noGrp="1"/>
          </p:cNvSpPr>
          <p:nvPr/>
        </p:nvSpPr>
        <p:spPr>
          <a:xfrm xmlns:a="http://schemas.openxmlformats.org/drawingml/2006/main">
            <a:off x="9334500" y="2333625"/>
            <a:ext cx="223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9291F"/>
                </a:solidFill>
              </a:defRPr>
            </a:defPPr>
            <a:lvl1pPr>
              <a:defRPr sz="1800" b="0">
                <a:solidFill>
                  <a:srgbClr val="29291F"/>
                </a:solidFill>
              </a:defRPr>
            </a:lvl1pPr>
            <a:lvl2pPr>
              <a:defRPr sz="1800" b="0">
                <a:solidFill>
                  <a:srgbClr val="29291F"/>
                </a:solidFill>
              </a:defRPr>
            </a:lvl2pPr>
            <a:lvl3pPr>
              <a:defRPr sz="1800" b="0">
                <a:solidFill>
                  <a:srgbClr val="29291F"/>
                </a:solidFill>
              </a:defRPr>
            </a:lvl3pPr>
            <a:lvl4pPr>
              <a:defRPr sz="1800" b="0">
                <a:solidFill>
                  <a:srgbClr val="29291F"/>
                </a:solidFill>
              </a:defRPr>
            </a:lvl4pPr>
            <a:lvl5pPr>
              <a:defRPr sz="1800" b="0">
                <a:solidFill>
                  <a:srgbClr val="29291F"/>
                </a:solidFill>
              </a:defRPr>
            </a:lvl5pPr>
            <a:lvl6pPr>
              <a:defRPr sz="1800" b="0">
                <a:solidFill>
                  <a:srgbClr val="29291F"/>
                </a:solidFill>
              </a:defRPr>
            </a:lvl6pPr>
            <a:lvl7pPr>
              <a:defRPr sz="1800" b="0">
                <a:solidFill>
                  <a:srgbClr val="29291F"/>
                </a:solidFill>
              </a:defRPr>
            </a:lvl7pPr>
            <a:lvl8pPr>
              <a:defRPr sz="1800" b="0">
                <a:solidFill>
                  <a:srgbClr val="29291F"/>
                </a:solidFill>
              </a:defRPr>
            </a:lvl8pPr>
            <a:lvl9pPr>
              <a:defRPr sz="1800" b="0">
                <a:solidFill>
                  <a:srgbClr val="29291F"/>
                </a:solidFill>
              </a:defRPr>
            </a:lvl9pPr>
          </a:lstStyle>
          <a:p xmlns:a="http://schemas.openxmlformats.org/drawingml/2006/main">
            <a:pPr>
              <a:defRPr sz="1800" b="0">
                <a:solidFill>
                  <a:srgbClr val="29291F"/>
                </a:solidFill>
              </a:defRPr>
            </a:pPr>
            <a:r>
              <a:rPr sz="1800" b="0">
                <a:solidFill>
                  <a:srgbClr val="29291F"/>
                </a:solidFill>
              </a:rPr>
              <a:t>한눈에 확인하는</a:t>
            </a:r>
          </a:p>
          <a:p xmlns:a="http://schemas.openxmlformats.org/drawingml/2006/main">
            <a:pPr>
              <a:defRPr sz="1800" b="0">
                <a:solidFill>
                  <a:srgbClr val="29291F"/>
                </a:solidFill>
              </a:defRPr>
            </a:pPr>
            <a:r>
              <a:rPr sz="1800" b="0">
                <a:solidFill>
                  <a:srgbClr val="29291F"/>
                </a:solidFill>
              </a:rPr>
              <a:t>예산과 취향</a:t>
            </a:r>
          </a:p>
        </p:txBody>
      </p:sp>
      <p:sp>
        <p:nvSpPr>
          <p:cNvPr id="7" name="">
            <a:extLst xmlns:a="http://schemas.openxmlformats.org/drawingml/2006/main">
              <a:ext uri="{FF2B5EF4-FFF2-40B4-BE49-F238E27FC236}">
                <a16:creationId xmlns:a16="http://schemas.microsoft.com/office/drawing/2014/main" id="{0E48C88B-3E84-41EC-807C-EB86A294713F}"/>
              </a:ext>
            </a:extLst>
          </p:cNvPr>
          <p:cNvSpPr>
            <a:spLocks xmlns:a="http://schemas.openxmlformats.org/drawingml/2006/main" noGrp="1"/>
          </p:cNvSpPr>
          <p:nvPr/>
        </p:nvSpPr>
        <p:spPr>
          <a:xfrm xmlns:a="http://schemas.openxmlformats.org/drawingml/2006/main">
            <a:off x="9334500" y="352425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291F"/>
                </a:solidFill>
              </a:defRPr>
            </a:defPPr>
            <a:lvl1pPr>
              <a:defRPr sz="2100" b="1">
                <a:solidFill>
                  <a:srgbClr val="29291F"/>
                </a:solidFill>
              </a:defRPr>
            </a:lvl1pPr>
            <a:lvl2pPr>
              <a:defRPr sz="2100" b="1">
                <a:solidFill>
                  <a:srgbClr val="29291F"/>
                </a:solidFill>
              </a:defRPr>
            </a:lvl2pPr>
            <a:lvl3pPr>
              <a:defRPr sz="2100" b="1">
                <a:solidFill>
                  <a:srgbClr val="29291F"/>
                </a:solidFill>
              </a:defRPr>
            </a:lvl3pPr>
            <a:lvl4pPr>
              <a:defRPr sz="2100" b="1">
                <a:solidFill>
                  <a:srgbClr val="29291F"/>
                </a:solidFill>
              </a:defRPr>
            </a:lvl4pPr>
            <a:lvl5pPr>
              <a:defRPr sz="2100" b="1">
                <a:solidFill>
                  <a:srgbClr val="29291F"/>
                </a:solidFill>
              </a:defRPr>
            </a:lvl5pPr>
            <a:lvl6pPr>
              <a:defRPr sz="2100" b="1">
                <a:solidFill>
                  <a:srgbClr val="29291F"/>
                </a:solidFill>
              </a:defRPr>
            </a:lvl6pPr>
            <a:lvl7pPr>
              <a:defRPr sz="2100" b="1">
                <a:solidFill>
                  <a:srgbClr val="29291F"/>
                </a:solidFill>
              </a:defRPr>
            </a:lvl7pPr>
            <a:lvl8pPr>
              <a:defRPr sz="2100" b="1">
                <a:solidFill>
                  <a:srgbClr val="29291F"/>
                </a:solidFill>
              </a:defRPr>
            </a:lvl8pPr>
            <a:lvl9pPr>
              <a:defRPr sz="2100" b="1">
                <a:solidFill>
                  <a:srgbClr val="29291F"/>
                </a:solidFill>
              </a:defRPr>
            </a:lvl9pPr>
          </a:lstStyle>
          <a:p xmlns:a="http://schemas.openxmlformats.org/drawingml/2006/main">
            <a:pPr>
              <a:defRPr sz="2100" b="1">
                <a:solidFill>
                  <a:srgbClr val="29291F"/>
                </a:solidFill>
              </a:defRPr>
            </a:pPr>
            <a:r>
              <a:rPr sz="2100" b="1">
                <a:solidFill>
                  <a:srgbClr val="29291F"/>
                </a:solidFill>
              </a:rPr>
              <a:t>테마별 선택</a:t>
            </a:r>
          </a:p>
        </p:txBody>
      </p:sp>
      <p:sp>
        <p:nvSpPr>
          <p:cNvPr id="8" name="">
            <a:extLst xmlns:a="http://schemas.openxmlformats.org/drawingml/2006/main">
              <a:ext uri="{FF2B5EF4-FFF2-40B4-BE49-F238E27FC236}">
                <a16:creationId xmlns:a16="http://schemas.microsoft.com/office/drawing/2014/main" id="{4611A92F-6D4F-433A-B72A-99910E6A1E52}"/>
              </a:ext>
            </a:extLst>
          </p:cNvPr>
          <p:cNvSpPr>
            <a:spLocks xmlns:a="http://schemas.openxmlformats.org/drawingml/2006/main" noGrp="1"/>
          </p:cNvSpPr>
          <p:nvPr/>
        </p:nvSpPr>
        <p:spPr>
          <a:xfrm xmlns:a="http://schemas.openxmlformats.org/drawingml/2006/main">
            <a:off x="9334500" y="4048125"/>
            <a:ext cx="2238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9291F"/>
                </a:solidFill>
              </a:defRPr>
            </a:defPPr>
            <a:lvl1pPr>
              <a:defRPr sz="1800" b="0">
                <a:solidFill>
                  <a:srgbClr val="29291F"/>
                </a:solidFill>
              </a:defRPr>
            </a:lvl1pPr>
            <a:lvl2pPr>
              <a:defRPr sz="1800" b="0">
                <a:solidFill>
                  <a:srgbClr val="29291F"/>
                </a:solidFill>
              </a:defRPr>
            </a:lvl2pPr>
            <a:lvl3pPr>
              <a:defRPr sz="1800" b="0">
                <a:solidFill>
                  <a:srgbClr val="29291F"/>
                </a:solidFill>
              </a:defRPr>
            </a:lvl3pPr>
            <a:lvl4pPr>
              <a:defRPr sz="1800" b="0">
                <a:solidFill>
                  <a:srgbClr val="29291F"/>
                </a:solidFill>
              </a:defRPr>
            </a:lvl4pPr>
            <a:lvl5pPr>
              <a:defRPr sz="1800" b="0">
                <a:solidFill>
                  <a:srgbClr val="29291F"/>
                </a:solidFill>
              </a:defRPr>
            </a:lvl5pPr>
            <a:lvl6pPr>
              <a:defRPr sz="1800" b="0">
                <a:solidFill>
                  <a:srgbClr val="29291F"/>
                </a:solidFill>
              </a:defRPr>
            </a:lvl6pPr>
            <a:lvl7pPr>
              <a:defRPr sz="1800" b="0">
                <a:solidFill>
                  <a:srgbClr val="29291F"/>
                </a:solidFill>
              </a:defRPr>
            </a:lvl7pPr>
            <a:lvl8pPr>
              <a:defRPr sz="1800" b="0">
                <a:solidFill>
                  <a:srgbClr val="29291F"/>
                </a:solidFill>
              </a:defRPr>
            </a:lvl8pPr>
            <a:lvl9pPr>
              <a:defRPr sz="1800" b="0">
                <a:solidFill>
                  <a:srgbClr val="29291F"/>
                </a:solidFill>
              </a:defRPr>
            </a:lvl9pPr>
          </a:lstStyle>
          <a:p xmlns:a="http://schemas.openxmlformats.org/drawingml/2006/main">
            <a:pPr>
              <a:defRPr sz="1800" b="0">
                <a:solidFill>
                  <a:srgbClr val="29291F"/>
                </a:solidFill>
              </a:defRPr>
            </a:pPr>
            <a:r>
              <a:rPr sz="1800" b="0">
                <a:solidFill>
                  <a:srgbClr val="29291F"/>
                </a:solidFill>
              </a:rPr>
              <a:t>스크롤을 따라오는</a:t>
            </a:r>
          </a:p>
          <a:p xmlns:a="http://schemas.openxmlformats.org/drawingml/2006/main">
            <a:pPr>
              <a:defRPr sz="1800" b="0">
                <a:solidFill>
                  <a:srgbClr val="29291F"/>
                </a:solidFill>
              </a:defRPr>
            </a:pPr>
            <a:r>
              <a:rPr sz="1800" b="0">
                <a:solidFill>
                  <a:srgbClr val="29291F"/>
                </a:solidFill>
              </a:rPr>
              <a:t>지도와 코스 목록</a:t>
            </a:r>
          </a:p>
        </p:txBody>
      </p:sp>
    </p:spTree>
    <p:extLst>
      <p:ext uri="{BB962C8B-B14F-4D97-AF65-F5344CB8AC3E}">
        <p14:creationId xmlns:p14="http://schemas.microsoft.com/office/powerpoint/2010/main" val="1178231325"/>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30FAEB6-5DC2-4F98-99AE-9DF271D44BB5}"/>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AI와 추천 알고리즘의 역할</a:t>
            </a:r>
          </a:p>
        </p:txBody>
      </p:sp>
      <p:sp>
        <p:nvSpPr>
          <p:cNvPr id="3" name="">
            <a:extLst xmlns:a="http://schemas.openxmlformats.org/drawingml/2006/main">
              <a:ext uri="{FF2B5EF4-FFF2-40B4-BE49-F238E27FC236}">
                <a16:creationId xmlns:a16="http://schemas.microsoft.com/office/drawing/2014/main" id="{E9613C20-3236-4589-8FBA-9097D9AE93D8}"/>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05</a:t>
            </a:r>
          </a:p>
        </p:txBody>
      </p:sp>
      <p:sp>
        <p:nvSpPr>
          <p:cNvPr id="4" name="">
            <a:extLst xmlns:a="http://schemas.openxmlformats.org/drawingml/2006/main">
              <a:ext uri="{FF2B5EF4-FFF2-40B4-BE49-F238E27FC236}">
                <a16:creationId xmlns:a16="http://schemas.microsoft.com/office/drawing/2014/main" id="{E8C4FBCC-C421-4474-99C8-B2C7338FF3BC}"/>
              </a:ext>
            </a:extLst>
          </p:cNvPr>
          <p:cNvSpPr>
            <a:spLocks xmlns:a="http://schemas.openxmlformats.org/drawingml/2006/main" noGrp="1"/>
          </p:cNvSpPr>
          <p:nvPr/>
        </p:nvSpPr>
        <p:spPr>
          <a:xfrm xmlns:a="http://schemas.openxmlformats.org/drawingml/2006/main">
            <a:off x="609600" y="1762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9291F"/>
                </a:solidFill>
              </a:defRPr>
            </a:defPPr>
            <a:lvl1pPr>
              <a:defRPr sz="2850" b="1">
                <a:solidFill>
                  <a:srgbClr val="29291F"/>
                </a:solidFill>
              </a:defRPr>
            </a:lvl1pPr>
            <a:lvl2pPr>
              <a:defRPr sz="2850" b="1">
                <a:solidFill>
                  <a:srgbClr val="29291F"/>
                </a:solidFill>
              </a:defRPr>
            </a:lvl2pPr>
            <a:lvl3pPr>
              <a:defRPr sz="2850" b="1">
                <a:solidFill>
                  <a:srgbClr val="29291F"/>
                </a:solidFill>
              </a:defRPr>
            </a:lvl3pPr>
            <a:lvl4pPr>
              <a:defRPr sz="2850" b="1">
                <a:solidFill>
                  <a:srgbClr val="29291F"/>
                </a:solidFill>
              </a:defRPr>
            </a:lvl4pPr>
            <a:lvl5pPr>
              <a:defRPr sz="2850" b="1">
                <a:solidFill>
                  <a:srgbClr val="29291F"/>
                </a:solidFill>
              </a:defRPr>
            </a:lvl5pPr>
            <a:lvl6pPr>
              <a:defRPr sz="2850" b="1">
                <a:solidFill>
                  <a:srgbClr val="29291F"/>
                </a:solidFill>
              </a:defRPr>
            </a:lvl6pPr>
            <a:lvl7pPr>
              <a:defRPr sz="2850" b="1">
                <a:solidFill>
                  <a:srgbClr val="29291F"/>
                </a:solidFill>
              </a:defRPr>
            </a:lvl7pPr>
            <a:lvl8pPr>
              <a:defRPr sz="2850" b="1">
                <a:solidFill>
                  <a:srgbClr val="29291F"/>
                </a:solidFill>
              </a:defRPr>
            </a:lvl8pPr>
            <a:lvl9pPr>
              <a:defRPr sz="2850" b="1">
                <a:solidFill>
                  <a:srgbClr val="29291F"/>
                </a:solidFill>
              </a:defRPr>
            </a:lvl9pPr>
          </a:lstStyle>
          <a:p xmlns:a="http://schemas.openxmlformats.org/drawingml/2006/main">
            <a:pPr>
              <a:defRPr sz="2850" b="1">
                <a:solidFill>
                  <a:srgbClr val="29291F"/>
                </a:solidFill>
              </a:defRPr>
            </a:pPr>
            <a:r>
              <a:rPr sz="2850" b="1">
                <a:solidFill>
                  <a:srgbClr val="29291F"/>
                </a:solidFill>
              </a:rPr>
              <a:t>AI는 말에서 조건을 찾습니다</a:t>
            </a:r>
          </a:p>
        </p:txBody>
      </p:sp>
      <p:sp>
        <p:nvSpPr>
          <p:cNvPr id="5" name="">
            <a:extLst xmlns:a="http://schemas.openxmlformats.org/drawingml/2006/main">
              <a:ext uri="{FF2B5EF4-FFF2-40B4-BE49-F238E27FC236}">
                <a16:creationId xmlns:a16="http://schemas.microsoft.com/office/drawing/2014/main" id="{DF99DFCA-1763-4E0C-A702-884B727C7202}"/>
              </a:ext>
            </a:extLst>
          </p:cNvPr>
          <p:cNvSpPr>
            <a:spLocks xmlns:a="http://schemas.openxmlformats.org/drawingml/2006/main" noGrp="1"/>
          </p:cNvSpPr>
          <p:nvPr/>
        </p:nvSpPr>
        <p:spPr>
          <a:xfrm xmlns:a="http://schemas.openxmlformats.org/drawingml/2006/main">
            <a:off x="609600" y="2619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706D5C"/>
                </a:solidFill>
              </a:defRPr>
            </a:defPPr>
            <a:lvl1pPr>
              <a:defRPr sz="2175" b="0">
                <a:solidFill>
                  <a:srgbClr val="706D5C"/>
                </a:solidFill>
              </a:defRPr>
            </a:lvl1pPr>
            <a:lvl2pPr>
              <a:defRPr sz="2175" b="0">
                <a:solidFill>
                  <a:srgbClr val="706D5C"/>
                </a:solidFill>
              </a:defRPr>
            </a:lvl2pPr>
            <a:lvl3pPr>
              <a:defRPr sz="2175" b="0">
                <a:solidFill>
                  <a:srgbClr val="706D5C"/>
                </a:solidFill>
              </a:defRPr>
            </a:lvl3pPr>
            <a:lvl4pPr>
              <a:defRPr sz="2175" b="0">
                <a:solidFill>
                  <a:srgbClr val="706D5C"/>
                </a:solidFill>
              </a:defRPr>
            </a:lvl4pPr>
            <a:lvl5pPr>
              <a:defRPr sz="2175" b="0">
                <a:solidFill>
                  <a:srgbClr val="706D5C"/>
                </a:solidFill>
              </a:defRPr>
            </a:lvl5pPr>
            <a:lvl6pPr>
              <a:defRPr sz="2175" b="0">
                <a:solidFill>
                  <a:srgbClr val="706D5C"/>
                </a:solidFill>
              </a:defRPr>
            </a:lvl6pPr>
            <a:lvl7pPr>
              <a:defRPr sz="2175" b="0">
                <a:solidFill>
                  <a:srgbClr val="706D5C"/>
                </a:solidFill>
              </a:defRPr>
            </a:lvl7pPr>
            <a:lvl8pPr>
              <a:defRPr sz="2175" b="0">
                <a:solidFill>
                  <a:srgbClr val="706D5C"/>
                </a:solidFill>
              </a:defRPr>
            </a:lvl8pPr>
            <a:lvl9pPr>
              <a:defRPr sz="2175" b="0">
                <a:solidFill>
                  <a:srgbClr val="706D5C"/>
                </a:solidFill>
              </a:defRPr>
            </a:lvl9pPr>
          </a:lstStyle>
          <a:p xmlns:a="http://schemas.openxmlformats.org/drawingml/2006/main">
            <a:pPr>
              <a:defRPr sz="2175" b="0">
                <a:solidFill>
                  <a:srgbClr val="706D5C"/>
                </a:solidFill>
              </a:defRPr>
            </a:pPr>
            <a:r>
              <a:rPr sz="2175" b="0">
                <a:solidFill>
                  <a:srgbClr val="706D5C"/>
                </a:solidFill>
              </a:rPr>
              <a:t>“조용한 곳에서, 3시간 정도, 1인 3만 원으로”</a:t>
            </a:r>
          </a:p>
        </p:txBody>
      </p:sp>
      <p:sp>
        <p:nvSpPr>
          <p:cNvPr id="6" name="">
            <a:extLst xmlns:a="http://schemas.openxmlformats.org/drawingml/2006/main">
              <a:ext uri="{FF2B5EF4-FFF2-40B4-BE49-F238E27FC236}">
                <a16:creationId xmlns:a16="http://schemas.microsoft.com/office/drawing/2014/main" id="{572CC4E7-5500-4C0B-A295-4AF8C3FC6863}"/>
              </a:ext>
            </a:extLst>
          </p:cNvPr>
          <p:cNvSpPr>
            <a:spLocks xmlns:a="http://schemas.openxmlformats.org/drawingml/2006/main" noGrp="1"/>
          </p:cNvSpPr>
          <p:nvPr/>
        </p:nvSpPr>
        <p:spPr>
          <a:xfrm xmlns:a="http://schemas.openxmlformats.org/drawingml/2006/main">
            <a:off x="609600" y="3714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9291F"/>
                </a:solidFill>
              </a:defRPr>
            </a:defPPr>
            <a:lvl1pPr>
              <a:defRPr sz="2850" b="1">
                <a:solidFill>
                  <a:srgbClr val="29291F"/>
                </a:solidFill>
              </a:defRPr>
            </a:lvl1pPr>
            <a:lvl2pPr>
              <a:defRPr sz="2850" b="1">
                <a:solidFill>
                  <a:srgbClr val="29291F"/>
                </a:solidFill>
              </a:defRPr>
            </a:lvl2pPr>
            <a:lvl3pPr>
              <a:defRPr sz="2850" b="1">
                <a:solidFill>
                  <a:srgbClr val="29291F"/>
                </a:solidFill>
              </a:defRPr>
            </a:lvl3pPr>
            <a:lvl4pPr>
              <a:defRPr sz="2850" b="1">
                <a:solidFill>
                  <a:srgbClr val="29291F"/>
                </a:solidFill>
              </a:defRPr>
            </a:lvl4pPr>
            <a:lvl5pPr>
              <a:defRPr sz="2850" b="1">
                <a:solidFill>
                  <a:srgbClr val="29291F"/>
                </a:solidFill>
              </a:defRPr>
            </a:lvl5pPr>
            <a:lvl6pPr>
              <a:defRPr sz="2850" b="1">
                <a:solidFill>
                  <a:srgbClr val="29291F"/>
                </a:solidFill>
              </a:defRPr>
            </a:lvl6pPr>
            <a:lvl7pPr>
              <a:defRPr sz="2850" b="1">
                <a:solidFill>
                  <a:srgbClr val="29291F"/>
                </a:solidFill>
              </a:defRPr>
            </a:lvl7pPr>
            <a:lvl8pPr>
              <a:defRPr sz="2850" b="1">
                <a:solidFill>
                  <a:srgbClr val="29291F"/>
                </a:solidFill>
              </a:defRPr>
            </a:lvl8pPr>
            <a:lvl9pPr>
              <a:defRPr sz="2850" b="1">
                <a:solidFill>
                  <a:srgbClr val="29291F"/>
                </a:solidFill>
              </a:defRPr>
            </a:lvl9pPr>
          </a:lstStyle>
          <a:p xmlns:a="http://schemas.openxmlformats.org/drawingml/2006/main">
            <a:pPr>
              <a:defRPr sz="2850" b="1">
                <a:solidFill>
                  <a:srgbClr val="29291F"/>
                </a:solidFill>
              </a:defRPr>
            </a:pPr>
            <a:r>
              <a:rPr sz="2850" b="1">
                <a:solidFill>
                  <a:srgbClr val="29291F"/>
                </a:solidFill>
              </a:rPr>
              <a:t>추천 로직은 가능한 조합을 고릅니다</a:t>
            </a:r>
          </a:p>
        </p:txBody>
      </p:sp>
      <p:sp>
        <p:nvSpPr>
          <p:cNvPr id="7" name="">
            <a:extLst xmlns:a="http://schemas.openxmlformats.org/drawingml/2006/main">
              <a:ext uri="{FF2B5EF4-FFF2-40B4-BE49-F238E27FC236}">
                <a16:creationId xmlns:a16="http://schemas.microsoft.com/office/drawing/2014/main" id="{34555B9C-3366-423D-B7CA-56BB0119D150}"/>
              </a:ext>
            </a:extLst>
          </p:cNvPr>
          <p:cNvSpPr>
            <a:spLocks xmlns:a="http://schemas.openxmlformats.org/drawingml/2006/main" noGrp="1"/>
          </p:cNvSpPr>
          <p:nvPr/>
        </p:nvSpPr>
        <p:spPr>
          <a:xfrm xmlns:a="http://schemas.openxmlformats.org/drawingml/2006/main">
            <a:off x="609600" y="4619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1F"/>
                </a:solidFill>
              </a:defRPr>
            </a:defPPr>
            <a:lvl1pPr>
              <a:defRPr sz="2100" b="0">
                <a:solidFill>
                  <a:srgbClr val="29291F"/>
                </a:solidFill>
              </a:defRPr>
            </a:lvl1pPr>
            <a:lvl2pPr>
              <a:defRPr sz="2100" b="0">
                <a:solidFill>
                  <a:srgbClr val="29291F"/>
                </a:solidFill>
              </a:defRPr>
            </a:lvl2pPr>
            <a:lvl3pPr>
              <a:defRPr sz="2100" b="0">
                <a:solidFill>
                  <a:srgbClr val="29291F"/>
                </a:solidFill>
              </a:defRPr>
            </a:lvl3pPr>
            <a:lvl4pPr>
              <a:defRPr sz="2100" b="0">
                <a:solidFill>
                  <a:srgbClr val="29291F"/>
                </a:solidFill>
              </a:defRPr>
            </a:lvl4pPr>
            <a:lvl5pPr>
              <a:defRPr sz="2100" b="0">
                <a:solidFill>
                  <a:srgbClr val="29291F"/>
                </a:solidFill>
              </a:defRPr>
            </a:lvl5pPr>
            <a:lvl6pPr>
              <a:defRPr sz="2100" b="0">
                <a:solidFill>
                  <a:srgbClr val="29291F"/>
                </a:solidFill>
              </a:defRPr>
            </a:lvl6pPr>
            <a:lvl7pPr>
              <a:defRPr sz="2100" b="0">
                <a:solidFill>
                  <a:srgbClr val="29291F"/>
                </a:solidFill>
              </a:defRPr>
            </a:lvl7pPr>
            <a:lvl8pPr>
              <a:defRPr sz="2100" b="0">
                <a:solidFill>
                  <a:srgbClr val="29291F"/>
                </a:solidFill>
              </a:defRPr>
            </a:lvl8pPr>
            <a:lvl9pPr>
              <a:defRPr sz="2100" b="0">
                <a:solidFill>
                  <a:srgbClr val="29291F"/>
                </a:solidFill>
              </a:defRPr>
            </a:lvl9pPr>
          </a:lstStyle>
          <a:p xmlns:a="http://schemas.openxmlformats.org/drawingml/2006/main">
            <a:pPr>
              <a:defRPr sz="2100" b="0">
                <a:solidFill>
                  <a:srgbClr val="29291F"/>
                </a:solidFill>
              </a:defRPr>
            </a:pPr>
            <a:r>
              <a:rPr sz="2100" b="0">
                <a:solidFill>
                  <a:srgbClr val="29291F"/>
                </a:solidFill>
              </a:rPr>
              <a:t>실제 장소 후보를 조회하고 예산·시간·실내외 조건을 검사</a:t>
            </a:r>
          </a:p>
          <a:p xmlns:a="http://schemas.openxmlformats.org/drawingml/2006/main">
            <a:pPr>
              <a:defRPr sz="2100" b="0">
                <a:solidFill>
                  <a:srgbClr val="29291F"/>
                </a:solidFill>
              </a:defRPr>
            </a:pPr>
            <a:r>
              <a:rPr sz="2100" b="0">
                <a:solidFill>
                  <a:srgbClr val="29291F"/>
                </a:solidFill>
              </a:rPr>
              <a:t>테마별 장소 겹침을 줄이고 방문 순서를 비교</a:t>
            </a:r>
          </a:p>
        </p:txBody>
      </p:sp>
    </p:spTree>
    <p:extLst>
      <p:ext uri="{BB962C8B-B14F-4D97-AF65-F5344CB8AC3E}">
        <p14:creationId xmlns:p14="http://schemas.microsoft.com/office/powerpoint/2010/main" val="1519501950"/>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602847-31AC-48A5-A0FD-A0C7A4D6B368}"/>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서비스 구성과 데이터 보호</a:t>
            </a:r>
          </a:p>
        </p:txBody>
      </p:sp>
      <p:sp>
        <p:nvSpPr>
          <p:cNvPr id="3" name="">
            <a:extLst xmlns:a="http://schemas.openxmlformats.org/drawingml/2006/main">
              <a:ext uri="{FF2B5EF4-FFF2-40B4-BE49-F238E27FC236}">
                <a16:creationId xmlns:a16="http://schemas.microsoft.com/office/drawing/2014/main" id="{D96F52D8-282D-4287-A34F-FC85B987D821}"/>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06</a:t>
            </a:r>
          </a:p>
        </p:txBody>
      </p:sp>
      <p:sp>
        <p:nvSpPr>
          <p:cNvPr id="4" name="">
            <a:extLst xmlns:a="http://schemas.openxmlformats.org/drawingml/2006/main">
              <a:ext uri="{FF2B5EF4-FFF2-40B4-BE49-F238E27FC236}">
                <a16:creationId xmlns:a16="http://schemas.microsoft.com/office/drawing/2014/main" id="{FA47A0C2-1038-4FFA-BE90-DF9BB03BF475}"/>
              </a:ext>
            </a:extLst>
          </p:cNvPr>
          <p:cNvSpPr>
            <a:spLocks xmlns:a="http://schemas.openxmlformats.org/drawingml/2006/main" noGrp="1"/>
          </p:cNvSpPr>
          <p:nvPr/>
        </p:nvSpPr>
        <p:spPr>
          <a:xfrm xmlns:a="http://schemas.openxmlformats.org/drawingml/2006/main">
            <a:off x="609600" y="17621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9291F"/>
                </a:solidFill>
              </a:defRPr>
            </a:defPPr>
            <a:lvl1pPr>
              <a:defRPr sz="2925" b="1">
                <a:solidFill>
                  <a:srgbClr val="29291F"/>
                </a:solidFill>
              </a:defRPr>
            </a:lvl1pPr>
            <a:lvl2pPr>
              <a:defRPr sz="2925" b="1">
                <a:solidFill>
                  <a:srgbClr val="29291F"/>
                </a:solidFill>
              </a:defRPr>
            </a:lvl2pPr>
            <a:lvl3pPr>
              <a:defRPr sz="2925" b="1">
                <a:solidFill>
                  <a:srgbClr val="29291F"/>
                </a:solidFill>
              </a:defRPr>
            </a:lvl3pPr>
            <a:lvl4pPr>
              <a:defRPr sz="2925" b="1">
                <a:solidFill>
                  <a:srgbClr val="29291F"/>
                </a:solidFill>
              </a:defRPr>
            </a:lvl4pPr>
            <a:lvl5pPr>
              <a:defRPr sz="2925" b="1">
                <a:solidFill>
                  <a:srgbClr val="29291F"/>
                </a:solidFill>
              </a:defRPr>
            </a:lvl5pPr>
            <a:lvl6pPr>
              <a:defRPr sz="2925" b="1">
                <a:solidFill>
                  <a:srgbClr val="29291F"/>
                </a:solidFill>
              </a:defRPr>
            </a:lvl6pPr>
            <a:lvl7pPr>
              <a:defRPr sz="2925" b="1">
                <a:solidFill>
                  <a:srgbClr val="29291F"/>
                </a:solidFill>
              </a:defRPr>
            </a:lvl7pPr>
            <a:lvl8pPr>
              <a:defRPr sz="2925" b="1">
                <a:solidFill>
                  <a:srgbClr val="29291F"/>
                </a:solidFill>
              </a:defRPr>
            </a:lvl8pPr>
            <a:lvl9pPr>
              <a:defRPr sz="2925" b="1">
                <a:solidFill>
                  <a:srgbClr val="29291F"/>
                </a:solidFill>
              </a:defRPr>
            </a:lvl9pPr>
          </a:lstStyle>
          <a:p xmlns:a="http://schemas.openxmlformats.org/drawingml/2006/main">
            <a:pPr>
              <a:defRPr sz="2925" b="1">
                <a:solidFill>
                  <a:srgbClr val="29291F"/>
                </a:solidFill>
              </a:defRPr>
            </a:pPr>
            <a:r>
              <a:rPr sz="2925" b="1">
                <a:solidFill>
                  <a:srgbClr val="29291F"/>
                </a:solidFill>
              </a:rPr>
              <a:t>웹·PWA</a:t>
            </a:r>
          </a:p>
        </p:txBody>
      </p:sp>
      <p:sp>
        <p:nvSpPr>
          <p:cNvPr id="5" name="">
            <a:extLst xmlns:a="http://schemas.openxmlformats.org/drawingml/2006/main">
              <a:ext uri="{FF2B5EF4-FFF2-40B4-BE49-F238E27FC236}">
                <a16:creationId xmlns:a16="http://schemas.microsoft.com/office/drawing/2014/main" id="{92C102FB-6225-4202-9F8D-14B37E8292CB}"/>
              </a:ext>
            </a:extLst>
          </p:cNvPr>
          <p:cNvSpPr>
            <a:spLocks xmlns:a="http://schemas.openxmlformats.org/drawingml/2006/main" noGrp="1"/>
          </p:cNvSpPr>
          <p:nvPr/>
        </p:nvSpPr>
        <p:spPr>
          <a:xfrm xmlns:a="http://schemas.openxmlformats.org/drawingml/2006/main">
            <a:off x="609600" y="2571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291F"/>
                </a:solidFill>
              </a:defRPr>
            </a:defPPr>
            <a:lvl1pPr>
              <a:defRPr sz="1950" b="0">
                <a:solidFill>
                  <a:srgbClr val="29291F"/>
                </a:solidFill>
              </a:defRPr>
            </a:lvl1pPr>
            <a:lvl2pPr>
              <a:defRPr sz="1950" b="0">
                <a:solidFill>
                  <a:srgbClr val="29291F"/>
                </a:solidFill>
              </a:defRPr>
            </a:lvl2pPr>
            <a:lvl3pPr>
              <a:defRPr sz="1950" b="0">
                <a:solidFill>
                  <a:srgbClr val="29291F"/>
                </a:solidFill>
              </a:defRPr>
            </a:lvl3pPr>
            <a:lvl4pPr>
              <a:defRPr sz="1950" b="0">
                <a:solidFill>
                  <a:srgbClr val="29291F"/>
                </a:solidFill>
              </a:defRPr>
            </a:lvl4pPr>
            <a:lvl5pPr>
              <a:defRPr sz="1950" b="0">
                <a:solidFill>
                  <a:srgbClr val="29291F"/>
                </a:solidFill>
              </a:defRPr>
            </a:lvl5pPr>
            <a:lvl6pPr>
              <a:defRPr sz="1950" b="0">
                <a:solidFill>
                  <a:srgbClr val="29291F"/>
                </a:solidFill>
              </a:defRPr>
            </a:lvl6pPr>
            <a:lvl7pPr>
              <a:defRPr sz="1950" b="0">
                <a:solidFill>
                  <a:srgbClr val="29291F"/>
                </a:solidFill>
              </a:defRPr>
            </a:lvl7pPr>
            <a:lvl8pPr>
              <a:defRPr sz="1950" b="0">
                <a:solidFill>
                  <a:srgbClr val="29291F"/>
                </a:solidFill>
              </a:defRPr>
            </a:lvl8pPr>
            <a:lvl9pPr>
              <a:defRPr sz="1950" b="0">
                <a:solidFill>
                  <a:srgbClr val="29291F"/>
                </a:solidFill>
              </a:defRPr>
            </a:lvl9pPr>
          </a:lstStyle>
          <a:p xmlns:a="http://schemas.openxmlformats.org/drawingml/2006/main">
            <a:pPr>
              <a:defRPr sz="1950" b="0">
                <a:solidFill>
                  <a:srgbClr val="29291F"/>
                </a:solidFill>
              </a:defRPr>
            </a:pPr>
            <a:r>
              <a:rPr sz="1950" b="0">
                <a:solidFill>
                  <a:srgbClr val="29291F"/>
                </a:solidFill>
              </a:rPr>
              <a:t>HTML / CSS / JavaScript</a:t>
            </a:r>
          </a:p>
          <a:p xmlns:a="http://schemas.openxmlformats.org/drawingml/2006/main">
            <a:pPr>
              <a:defRPr sz="1950" b="0">
                <a:solidFill>
                  <a:srgbClr val="29291F"/>
                </a:solidFill>
              </a:defRPr>
            </a:pPr>
            <a:r>
              <a:rPr sz="1950" b="0">
                <a:solidFill>
                  <a:srgbClr val="29291F"/>
                </a:solidFill>
              </a:rPr>
              <a:t>브라우저 이용과 홈 화면 설치</a:t>
            </a:r>
          </a:p>
        </p:txBody>
      </p:sp>
      <p:sp>
        <p:nvSpPr>
          <p:cNvPr id="6" name="">
            <a:extLst xmlns:a="http://schemas.openxmlformats.org/drawingml/2006/main">
              <a:ext uri="{FF2B5EF4-FFF2-40B4-BE49-F238E27FC236}">
                <a16:creationId xmlns:a16="http://schemas.microsoft.com/office/drawing/2014/main" id="{29D12E7E-884F-4ACE-B312-34BC827545C4}"/>
              </a:ext>
            </a:extLst>
          </p:cNvPr>
          <p:cNvSpPr>
            <a:spLocks xmlns:a="http://schemas.openxmlformats.org/drawingml/2006/main" noGrp="1"/>
          </p:cNvSpPr>
          <p:nvPr/>
        </p:nvSpPr>
        <p:spPr>
          <a:xfrm xmlns:a="http://schemas.openxmlformats.org/drawingml/2006/main">
            <a:off x="657225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9291F"/>
                </a:solidFill>
              </a:defRPr>
            </a:defPPr>
            <a:lvl1pPr>
              <a:defRPr sz="2925" b="1">
                <a:solidFill>
                  <a:srgbClr val="29291F"/>
                </a:solidFill>
              </a:defRPr>
            </a:lvl1pPr>
            <a:lvl2pPr>
              <a:defRPr sz="2925" b="1">
                <a:solidFill>
                  <a:srgbClr val="29291F"/>
                </a:solidFill>
              </a:defRPr>
            </a:lvl2pPr>
            <a:lvl3pPr>
              <a:defRPr sz="2925" b="1">
                <a:solidFill>
                  <a:srgbClr val="29291F"/>
                </a:solidFill>
              </a:defRPr>
            </a:lvl3pPr>
            <a:lvl4pPr>
              <a:defRPr sz="2925" b="1">
                <a:solidFill>
                  <a:srgbClr val="29291F"/>
                </a:solidFill>
              </a:defRPr>
            </a:lvl4pPr>
            <a:lvl5pPr>
              <a:defRPr sz="2925" b="1">
                <a:solidFill>
                  <a:srgbClr val="29291F"/>
                </a:solidFill>
              </a:defRPr>
            </a:lvl5pPr>
            <a:lvl6pPr>
              <a:defRPr sz="2925" b="1">
                <a:solidFill>
                  <a:srgbClr val="29291F"/>
                </a:solidFill>
              </a:defRPr>
            </a:lvl6pPr>
            <a:lvl7pPr>
              <a:defRPr sz="2925" b="1">
                <a:solidFill>
                  <a:srgbClr val="29291F"/>
                </a:solidFill>
              </a:defRPr>
            </a:lvl7pPr>
            <a:lvl8pPr>
              <a:defRPr sz="2925" b="1">
                <a:solidFill>
                  <a:srgbClr val="29291F"/>
                </a:solidFill>
              </a:defRPr>
            </a:lvl8pPr>
            <a:lvl9pPr>
              <a:defRPr sz="2925" b="1">
                <a:solidFill>
                  <a:srgbClr val="29291F"/>
                </a:solidFill>
              </a:defRPr>
            </a:lvl9pPr>
          </a:lstStyle>
          <a:p xmlns:a="http://schemas.openxmlformats.org/drawingml/2006/main">
            <a:pPr>
              <a:defRPr sz="2925" b="1">
                <a:solidFill>
                  <a:srgbClr val="29291F"/>
                </a:solidFill>
              </a:defRPr>
            </a:pPr>
            <a:r>
              <a:rPr sz="2925" b="1">
                <a:solidFill>
                  <a:srgbClr val="29291F"/>
                </a:solidFill>
              </a:rPr>
              <a:t>Node.js 서버</a:t>
            </a:r>
          </a:p>
        </p:txBody>
      </p:sp>
      <p:sp>
        <p:nvSpPr>
          <p:cNvPr id="7" name="">
            <a:extLst xmlns:a="http://schemas.openxmlformats.org/drawingml/2006/main">
              <a:ext uri="{FF2B5EF4-FFF2-40B4-BE49-F238E27FC236}">
                <a16:creationId xmlns:a16="http://schemas.microsoft.com/office/drawing/2014/main" id="{90401BC3-4A5B-4897-B095-88EBB94EC83D}"/>
              </a:ext>
            </a:extLst>
          </p:cNvPr>
          <p:cNvSpPr>
            <a:spLocks xmlns:a="http://schemas.openxmlformats.org/drawingml/2006/main" noGrp="1"/>
          </p:cNvSpPr>
          <p:nvPr/>
        </p:nvSpPr>
        <p:spPr>
          <a:xfrm xmlns:a="http://schemas.openxmlformats.org/drawingml/2006/main">
            <a:off x="6572250" y="2571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291F"/>
                </a:solidFill>
              </a:defRPr>
            </a:defPPr>
            <a:lvl1pPr>
              <a:defRPr sz="1950" b="0">
                <a:solidFill>
                  <a:srgbClr val="29291F"/>
                </a:solidFill>
              </a:defRPr>
            </a:lvl1pPr>
            <a:lvl2pPr>
              <a:defRPr sz="1950" b="0">
                <a:solidFill>
                  <a:srgbClr val="29291F"/>
                </a:solidFill>
              </a:defRPr>
            </a:lvl2pPr>
            <a:lvl3pPr>
              <a:defRPr sz="1950" b="0">
                <a:solidFill>
                  <a:srgbClr val="29291F"/>
                </a:solidFill>
              </a:defRPr>
            </a:lvl3pPr>
            <a:lvl4pPr>
              <a:defRPr sz="1950" b="0">
                <a:solidFill>
                  <a:srgbClr val="29291F"/>
                </a:solidFill>
              </a:defRPr>
            </a:lvl4pPr>
            <a:lvl5pPr>
              <a:defRPr sz="1950" b="0">
                <a:solidFill>
                  <a:srgbClr val="29291F"/>
                </a:solidFill>
              </a:defRPr>
            </a:lvl5pPr>
            <a:lvl6pPr>
              <a:defRPr sz="1950" b="0">
                <a:solidFill>
                  <a:srgbClr val="29291F"/>
                </a:solidFill>
              </a:defRPr>
            </a:lvl6pPr>
            <a:lvl7pPr>
              <a:defRPr sz="1950" b="0">
                <a:solidFill>
                  <a:srgbClr val="29291F"/>
                </a:solidFill>
              </a:defRPr>
            </a:lvl7pPr>
            <a:lvl8pPr>
              <a:defRPr sz="1950" b="0">
                <a:solidFill>
                  <a:srgbClr val="29291F"/>
                </a:solidFill>
              </a:defRPr>
            </a:lvl8pPr>
            <a:lvl9pPr>
              <a:defRPr sz="1950" b="0">
                <a:solidFill>
                  <a:srgbClr val="29291F"/>
                </a:solidFill>
              </a:defRPr>
            </a:lvl9pPr>
          </a:lstStyle>
          <a:p xmlns:a="http://schemas.openxmlformats.org/drawingml/2006/main">
            <a:pPr>
              <a:defRPr sz="1950" b="0">
                <a:solidFill>
                  <a:srgbClr val="29291F"/>
                </a:solidFill>
              </a:defRPr>
            </a:pPr>
            <a:r>
              <a:rPr sz="1950" b="0">
                <a:solidFill>
                  <a:srgbClr val="29291F"/>
                </a:solidFill>
              </a:rPr>
              <a:t>AI 조건 해석과 코스 추천</a:t>
            </a:r>
          </a:p>
          <a:p xmlns:a="http://schemas.openxmlformats.org/drawingml/2006/main">
            <a:pPr>
              <a:defRPr sz="1950" b="0">
                <a:solidFill>
                  <a:srgbClr val="29291F"/>
                </a:solidFill>
              </a:defRPr>
            </a:pPr>
            <a:r>
              <a:rPr sz="1950" b="0">
                <a:solidFill>
                  <a:srgbClr val="29291F"/>
                </a:solidFill>
              </a:rPr>
              <a:t>카카오 장소·지도·경로 연결</a:t>
            </a:r>
          </a:p>
        </p:txBody>
      </p:sp>
      <p:sp>
        <p:nvSpPr>
          <p:cNvPr id="8" name="">
            <a:extLst xmlns:a="http://schemas.openxmlformats.org/drawingml/2006/main">
              <a:ext uri="{FF2B5EF4-FFF2-40B4-BE49-F238E27FC236}">
                <a16:creationId xmlns:a16="http://schemas.microsoft.com/office/drawing/2014/main" id="{AD6FC29F-F993-4BA6-A36B-F7F54DB476A6}"/>
              </a:ext>
            </a:extLst>
          </p:cNvPr>
          <p:cNvSpPr>
            <a:spLocks xmlns:a="http://schemas.openxmlformats.org/drawingml/2006/main" noGrp="1"/>
          </p:cNvSpPr>
          <p:nvPr/>
        </p:nvSpPr>
        <p:spPr>
          <a:xfrm xmlns:a="http://schemas.openxmlformats.org/drawingml/2006/main">
            <a:off x="609600" y="4095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9291F"/>
                </a:solidFill>
              </a:defRPr>
            </a:defPPr>
            <a:lvl1pPr>
              <a:defRPr sz="2925" b="1">
                <a:solidFill>
                  <a:srgbClr val="29291F"/>
                </a:solidFill>
              </a:defRPr>
            </a:lvl1pPr>
            <a:lvl2pPr>
              <a:defRPr sz="2925" b="1">
                <a:solidFill>
                  <a:srgbClr val="29291F"/>
                </a:solidFill>
              </a:defRPr>
            </a:lvl2pPr>
            <a:lvl3pPr>
              <a:defRPr sz="2925" b="1">
                <a:solidFill>
                  <a:srgbClr val="29291F"/>
                </a:solidFill>
              </a:defRPr>
            </a:lvl3pPr>
            <a:lvl4pPr>
              <a:defRPr sz="2925" b="1">
                <a:solidFill>
                  <a:srgbClr val="29291F"/>
                </a:solidFill>
              </a:defRPr>
            </a:lvl4pPr>
            <a:lvl5pPr>
              <a:defRPr sz="2925" b="1">
                <a:solidFill>
                  <a:srgbClr val="29291F"/>
                </a:solidFill>
              </a:defRPr>
            </a:lvl5pPr>
            <a:lvl6pPr>
              <a:defRPr sz="2925" b="1">
                <a:solidFill>
                  <a:srgbClr val="29291F"/>
                </a:solidFill>
              </a:defRPr>
            </a:lvl6pPr>
            <a:lvl7pPr>
              <a:defRPr sz="2925" b="1">
                <a:solidFill>
                  <a:srgbClr val="29291F"/>
                </a:solidFill>
              </a:defRPr>
            </a:lvl7pPr>
            <a:lvl8pPr>
              <a:defRPr sz="2925" b="1">
                <a:solidFill>
                  <a:srgbClr val="29291F"/>
                </a:solidFill>
              </a:defRPr>
            </a:lvl8pPr>
            <a:lvl9pPr>
              <a:defRPr sz="2925" b="1">
                <a:solidFill>
                  <a:srgbClr val="29291F"/>
                </a:solidFill>
              </a:defRPr>
            </a:lvl9pPr>
          </a:lstStyle>
          <a:p xmlns:a="http://schemas.openxmlformats.org/drawingml/2006/main">
            <a:pPr>
              <a:defRPr sz="2925" b="1">
                <a:solidFill>
                  <a:srgbClr val="29291F"/>
                </a:solidFill>
              </a:defRPr>
            </a:pPr>
            <a:r>
              <a:rPr sz="2925" b="1">
                <a:solidFill>
                  <a:srgbClr val="29291F"/>
                </a:solidFill>
              </a:rPr>
              <a:t>Supabase</a:t>
            </a:r>
          </a:p>
        </p:txBody>
      </p:sp>
      <p:sp>
        <p:nvSpPr>
          <p:cNvPr id="9" name="">
            <a:extLst xmlns:a="http://schemas.openxmlformats.org/drawingml/2006/main">
              <a:ext uri="{FF2B5EF4-FFF2-40B4-BE49-F238E27FC236}">
                <a16:creationId xmlns:a16="http://schemas.microsoft.com/office/drawing/2014/main" id="{D9FF1559-2DAE-4112-8C0E-671604F636BB}"/>
              </a:ext>
            </a:extLst>
          </p:cNvPr>
          <p:cNvSpPr>
            <a:spLocks xmlns:a="http://schemas.openxmlformats.org/drawingml/2006/main" noGrp="1"/>
          </p:cNvSpPr>
          <p:nvPr/>
        </p:nvSpPr>
        <p:spPr>
          <a:xfrm xmlns:a="http://schemas.openxmlformats.org/drawingml/2006/main">
            <a:off x="609600" y="49053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291F"/>
                </a:solidFill>
              </a:defRPr>
            </a:defPPr>
            <a:lvl1pPr>
              <a:defRPr sz="1950" b="0">
                <a:solidFill>
                  <a:srgbClr val="29291F"/>
                </a:solidFill>
              </a:defRPr>
            </a:lvl1pPr>
            <a:lvl2pPr>
              <a:defRPr sz="1950" b="0">
                <a:solidFill>
                  <a:srgbClr val="29291F"/>
                </a:solidFill>
              </a:defRPr>
            </a:lvl2pPr>
            <a:lvl3pPr>
              <a:defRPr sz="1950" b="0">
                <a:solidFill>
                  <a:srgbClr val="29291F"/>
                </a:solidFill>
              </a:defRPr>
            </a:lvl3pPr>
            <a:lvl4pPr>
              <a:defRPr sz="1950" b="0">
                <a:solidFill>
                  <a:srgbClr val="29291F"/>
                </a:solidFill>
              </a:defRPr>
            </a:lvl4pPr>
            <a:lvl5pPr>
              <a:defRPr sz="1950" b="0">
                <a:solidFill>
                  <a:srgbClr val="29291F"/>
                </a:solidFill>
              </a:defRPr>
            </a:lvl5pPr>
            <a:lvl6pPr>
              <a:defRPr sz="1950" b="0">
                <a:solidFill>
                  <a:srgbClr val="29291F"/>
                </a:solidFill>
              </a:defRPr>
            </a:lvl6pPr>
            <a:lvl7pPr>
              <a:defRPr sz="1950" b="0">
                <a:solidFill>
                  <a:srgbClr val="29291F"/>
                </a:solidFill>
              </a:defRPr>
            </a:lvl7pPr>
            <a:lvl8pPr>
              <a:defRPr sz="1950" b="0">
                <a:solidFill>
                  <a:srgbClr val="29291F"/>
                </a:solidFill>
              </a:defRPr>
            </a:lvl8pPr>
            <a:lvl9pPr>
              <a:defRPr sz="1950" b="0">
                <a:solidFill>
                  <a:srgbClr val="29291F"/>
                </a:solidFill>
              </a:defRPr>
            </a:lvl9pPr>
          </a:lstStyle>
          <a:p xmlns:a="http://schemas.openxmlformats.org/drawingml/2006/main">
            <a:pPr>
              <a:defRPr sz="1950" b="0">
                <a:solidFill>
                  <a:srgbClr val="29291F"/>
                </a:solidFill>
              </a:defRPr>
            </a:pPr>
            <a:r>
              <a:rPr sz="1950" b="0">
                <a:solidFill>
                  <a:srgbClr val="29291F"/>
                </a:solidFill>
              </a:rPr>
              <a:t>이메일 인증</a:t>
            </a:r>
          </a:p>
          <a:p xmlns:a="http://schemas.openxmlformats.org/drawingml/2006/main">
            <a:pPr>
              <a:defRPr sz="1950" b="0">
                <a:solidFill>
                  <a:srgbClr val="29291F"/>
                </a:solidFill>
              </a:defRPr>
            </a:pPr>
            <a:r>
              <a:rPr sz="1950" b="0">
                <a:solidFill>
                  <a:srgbClr val="29291F"/>
                </a:solidFill>
              </a:rPr>
              <a:t>사용자별 프로필·저장 코스</a:t>
            </a:r>
          </a:p>
        </p:txBody>
      </p:sp>
      <p:sp>
        <p:nvSpPr>
          <p:cNvPr id="10" name="">
            <a:extLst xmlns:a="http://schemas.openxmlformats.org/drawingml/2006/main">
              <a:ext uri="{FF2B5EF4-FFF2-40B4-BE49-F238E27FC236}">
                <a16:creationId xmlns:a16="http://schemas.microsoft.com/office/drawing/2014/main" id="{A061E758-CFD7-4F6A-80A4-52772042EC97}"/>
              </a:ext>
            </a:extLst>
          </p:cNvPr>
          <p:cNvSpPr>
            <a:spLocks xmlns:a="http://schemas.openxmlformats.org/drawingml/2006/main" noGrp="1"/>
          </p:cNvSpPr>
          <p:nvPr/>
        </p:nvSpPr>
        <p:spPr>
          <a:xfrm xmlns:a="http://schemas.openxmlformats.org/drawingml/2006/main">
            <a:off x="6572250" y="4095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9291F"/>
                </a:solidFill>
              </a:defRPr>
            </a:defPPr>
            <a:lvl1pPr>
              <a:defRPr sz="2925" b="1">
                <a:solidFill>
                  <a:srgbClr val="29291F"/>
                </a:solidFill>
              </a:defRPr>
            </a:lvl1pPr>
            <a:lvl2pPr>
              <a:defRPr sz="2925" b="1">
                <a:solidFill>
                  <a:srgbClr val="29291F"/>
                </a:solidFill>
              </a:defRPr>
            </a:lvl2pPr>
            <a:lvl3pPr>
              <a:defRPr sz="2925" b="1">
                <a:solidFill>
                  <a:srgbClr val="29291F"/>
                </a:solidFill>
              </a:defRPr>
            </a:lvl3pPr>
            <a:lvl4pPr>
              <a:defRPr sz="2925" b="1">
                <a:solidFill>
                  <a:srgbClr val="29291F"/>
                </a:solidFill>
              </a:defRPr>
            </a:lvl4pPr>
            <a:lvl5pPr>
              <a:defRPr sz="2925" b="1">
                <a:solidFill>
                  <a:srgbClr val="29291F"/>
                </a:solidFill>
              </a:defRPr>
            </a:lvl5pPr>
            <a:lvl6pPr>
              <a:defRPr sz="2925" b="1">
                <a:solidFill>
                  <a:srgbClr val="29291F"/>
                </a:solidFill>
              </a:defRPr>
            </a:lvl6pPr>
            <a:lvl7pPr>
              <a:defRPr sz="2925" b="1">
                <a:solidFill>
                  <a:srgbClr val="29291F"/>
                </a:solidFill>
              </a:defRPr>
            </a:lvl7pPr>
            <a:lvl8pPr>
              <a:defRPr sz="2925" b="1">
                <a:solidFill>
                  <a:srgbClr val="29291F"/>
                </a:solidFill>
              </a:defRPr>
            </a:lvl8pPr>
            <a:lvl9pPr>
              <a:defRPr sz="2925" b="1">
                <a:solidFill>
                  <a:srgbClr val="29291F"/>
                </a:solidFill>
              </a:defRPr>
            </a:lvl9pPr>
          </a:lstStyle>
          <a:p xmlns:a="http://schemas.openxmlformats.org/drawingml/2006/main">
            <a:pPr>
              <a:defRPr sz="2925" b="1">
                <a:solidFill>
                  <a:srgbClr val="29291F"/>
                </a:solidFill>
              </a:defRPr>
            </a:pPr>
            <a:r>
              <a:rPr sz="2925" b="1">
                <a:solidFill>
                  <a:srgbClr val="29291F"/>
                </a:solidFill>
              </a:rPr>
              <a:t>계정별 접근 제한</a:t>
            </a:r>
          </a:p>
        </p:txBody>
      </p:sp>
      <p:sp>
        <p:nvSpPr>
          <p:cNvPr id="11" name="">
            <a:extLst xmlns:a="http://schemas.openxmlformats.org/drawingml/2006/main">
              <a:ext uri="{FF2B5EF4-FFF2-40B4-BE49-F238E27FC236}">
                <a16:creationId xmlns:a16="http://schemas.microsoft.com/office/drawing/2014/main" id="{126A19C3-CF5D-4413-8DC7-3E9DAC2B18F9}"/>
              </a:ext>
            </a:extLst>
          </p:cNvPr>
          <p:cNvSpPr>
            <a:spLocks xmlns:a="http://schemas.openxmlformats.org/drawingml/2006/main" noGrp="1"/>
          </p:cNvSpPr>
          <p:nvPr/>
        </p:nvSpPr>
        <p:spPr>
          <a:xfrm xmlns:a="http://schemas.openxmlformats.org/drawingml/2006/main">
            <a:off x="6572250" y="49053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291F"/>
                </a:solidFill>
              </a:defRPr>
            </a:defPPr>
            <a:lvl1pPr>
              <a:defRPr sz="1950" b="0">
                <a:solidFill>
                  <a:srgbClr val="29291F"/>
                </a:solidFill>
              </a:defRPr>
            </a:lvl1pPr>
            <a:lvl2pPr>
              <a:defRPr sz="1950" b="0">
                <a:solidFill>
                  <a:srgbClr val="29291F"/>
                </a:solidFill>
              </a:defRPr>
            </a:lvl2pPr>
            <a:lvl3pPr>
              <a:defRPr sz="1950" b="0">
                <a:solidFill>
                  <a:srgbClr val="29291F"/>
                </a:solidFill>
              </a:defRPr>
            </a:lvl3pPr>
            <a:lvl4pPr>
              <a:defRPr sz="1950" b="0">
                <a:solidFill>
                  <a:srgbClr val="29291F"/>
                </a:solidFill>
              </a:defRPr>
            </a:lvl4pPr>
            <a:lvl5pPr>
              <a:defRPr sz="1950" b="0">
                <a:solidFill>
                  <a:srgbClr val="29291F"/>
                </a:solidFill>
              </a:defRPr>
            </a:lvl5pPr>
            <a:lvl6pPr>
              <a:defRPr sz="1950" b="0">
                <a:solidFill>
                  <a:srgbClr val="29291F"/>
                </a:solidFill>
              </a:defRPr>
            </a:lvl6pPr>
            <a:lvl7pPr>
              <a:defRPr sz="1950" b="0">
                <a:solidFill>
                  <a:srgbClr val="29291F"/>
                </a:solidFill>
              </a:defRPr>
            </a:lvl7pPr>
            <a:lvl8pPr>
              <a:defRPr sz="1950" b="0">
                <a:solidFill>
                  <a:srgbClr val="29291F"/>
                </a:solidFill>
              </a:defRPr>
            </a:lvl8pPr>
            <a:lvl9pPr>
              <a:defRPr sz="1950" b="0">
                <a:solidFill>
                  <a:srgbClr val="29291F"/>
                </a:solidFill>
              </a:defRPr>
            </a:lvl9pPr>
          </a:lstStyle>
          <a:p xmlns:a="http://schemas.openxmlformats.org/drawingml/2006/main">
            <a:pPr>
              <a:defRPr sz="1950" b="0">
                <a:solidFill>
                  <a:srgbClr val="29291F"/>
                </a:solidFill>
              </a:defRPr>
            </a:pPr>
            <a:r>
              <a:rPr sz="1950" b="0">
                <a:solidFill>
                  <a:srgbClr val="29291F"/>
                </a:solidFill>
              </a:rPr>
              <a:t>서버가 로그인한 사용자를 확인</a:t>
            </a:r>
          </a:p>
          <a:p xmlns:a="http://schemas.openxmlformats.org/drawingml/2006/main">
            <a:pPr>
              <a:defRPr sz="1950" b="0">
                <a:solidFill>
                  <a:srgbClr val="29291F"/>
                </a:solidFill>
              </a:defRPr>
            </a:pPr>
            <a:r>
              <a:rPr sz="1950" b="0">
                <a:solidFill>
                  <a:srgbClr val="29291F"/>
                </a:solidFill>
              </a:rPr>
              <a:t>DB 정책으로 다른 계정의 데이터 차단</a:t>
            </a:r>
          </a:p>
        </p:txBody>
      </p:sp>
    </p:spTree>
    <p:extLst>
      <p:ext uri="{BB962C8B-B14F-4D97-AF65-F5344CB8AC3E}">
        <p14:creationId xmlns:p14="http://schemas.microsoft.com/office/powerpoint/2010/main" val="1710380273"/>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3B484F-3E8B-4D27-8EF0-79CD6FC5B257}"/>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구현 결과와 확인 범위</a:t>
            </a:r>
          </a:p>
        </p:txBody>
      </p:sp>
      <p:sp>
        <p:nvSpPr>
          <p:cNvPr id="3" name="">
            <a:extLst xmlns:a="http://schemas.openxmlformats.org/drawingml/2006/main">
              <a:ext uri="{FF2B5EF4-FFF2-40B4-BE49-F238E27FC236}">
                <a16:creationId xmlns:a16="http://schemas.microsoft.com/office/drawing/2014/main" id="{2F23A7A9-BD7E-421C-B9D1-EBE029CF7A8F}"/>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07</a:t>
            </a:r>
          </a:p>
        </p:txBody>
      </p:sp>
      <p:sp>
        <p:nvSpPr>
          <p:cNvPr id="4" name="">
            <a:extLst xmlns:a="http://schemas.openxmlformats.org/drawingml/2006/main">
              <a:ext uri="{FF2B5EF4-FFF2-40B4-BE49-F238E27FC236}">
                <a16:creationId xmlns:a16="http://schemas.microsoft.com/office/drawing/2014/main" id="{10B373A7-1AC7-4710-B588-1CF427397EC2}"/>
              </a:ext>
            </a:extLst>
          </p:cNvPr>
          <p:cNvSpPr>
            <a:spLocks xmlns:a="http://schemas.openxmlformats.org/drawingml/2006/main" noGrp="1"/>
          </p:cNvSpPr>
          <p:nvPr/>
        </p:nvSpPr>
        <p:spPr>
          <a:xfrm xmlns:a="http://schemas.openxmlformats.org/drawingml/2006/main">
            <a:off x="609600" y="1666875"/>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0" b="1">
                <a:solidFill>
                  <a:srgbClr val="756000"/>
                </a:solidFill>
              </a:defRPr>
            </a:defPPr>
            <a:lvl1pPr>
              <a:defRPr sz="9750" b="1">
                <a:solidFill>
                  <a:srgbClr val="756000"/>
                </a:solidFill>
              </a:defRPr>
            </a:lvl1pPr>
            <a:lvl2pPr>
              <a:defRPr sz="9750" b="1">
                <a:solidFill>
                  <a:srgbClr val="756000"/>
                </a:solidFill>
              </a:defRPr>
            </a:lvl2pPr>
            <a:lvl3pPr>
              <a:defRPr sz="9750" b="1">
                <a:solidFill>
                  <a:srgbClr val="756000"/>
                </a:solidFill>
              </a:defRPr>
            </a:lvl3pPr>
            <a:lvl4pPr>
              <a:defRPr sz="9750" b="1">
                <a:solidFill>
                  <a:srgbClr val="756000"/>
                </a:solidFill>
              </a:defRPr>
            </a:lvl4pPr>
            <a:lvl5pPr>
              <a:defRPr sz="9750" b="1">
                <a:solidFill>
                  <a:srgbClr val="756000"/>
                </a:solidFill>
              </a:defRPr>
            </a:lvl5pPr>
            <a:lvl6pPr>
              <a:defRPr sz="9750" b="1">
                <a:solidFill>
                  <a:srgbClr val="756000"/>
                </a:solidFill>
              </a:defRPr>
            </a:lvl6pPr>
            <a:lvl7pPr>
              <a:defRPr sz="9750" b="1">
                <a:solidFill>
                  <a:srgbClr val="756000"/>
                </a:solidFill>
              </a:defRPr>
            </a:lvl7pPr>
            <a:lvl8pPr>
              <a:defRPr sz="9750" b="1">
                <a:solidFill>
                  <a:srgbClr val="756000"/>
                </a:solidFill>
              </a:defRPr>
            </a:lvl8pPr>
            <a:lvl9pPr>
              <a:defRPr sz="9750" b="1">
                <a:solidFill>
                  <a:srgbClr val="756000"/>
                </a:solidFill>
              </a:defRPr>
            </a:lvl9pPr>
          </a:lstStyle>
          <a:p xmlns:a="http://schemas.openxmlformats.org/drawingml/2006/main">
            <a:pPr>
              <a:defRPr sz="9750" b="1">
                <a:solidFill>
                  <a:srgbClr val="756000"/>
                </a:solidFill>
              </a:defRPr>
            </a:pPr>
            <a:r>
              <a:rPr sz="9750" b="1">
                <a:solidFill>
                  <a:srgbClr val="756000"/>
                </a:solidFill>
              </a:rPr>
              <a:t>56</a:t>
            </a:r>
          </a:p>
        </p:txBody>
      </p:sp>
      <p:sp>
        <p:nvSpPr>
          <p:cNvPr id="5" name="">
            <a:extLst xmlns:a="http://schemas.openxmlformats.org/drawingml/2006/main">
              <a:ext uri="{FF2B5EF4-FFF2-40B4-BE49-F238E27FC236}">
                <a16:creationId xmlns:a16="http://schemas.microsoft.com/office/drawing/2014/main" id="{E81E1DBB-F2D9-4E0D-98CE-21DF56B4A85D}"/>
              </a:ext>
            </a:extLst>
          </p:cNvPr>
          <p:cNvSpPr>
            <a:spLocks xmlns:a="http://schemas.openxmlformats.org/drawingml/2006/main" noGrp="1"/>
          </p:cNvSpPr>
          <p:nvPr/>
        </p:nvSpPr>
        <p:spPr>
          <a:xfrm xmlns:a="http://schemas.openxmlformats.org/drawingml/2006/main">
            <a:off x="609600" y="37147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291F"/>
                </a:solidFill>
              </a:defRPr>
            </a:defPPr>
            <a:lvl1pPr>
              <a:defRPr sz="2400" b="1">
                <a:solidFill>
                  <a:srgbClr val="29291F"/>
                </a:solidFill>
              </a:defRPr>
            </a:lvl1pPr>
            <a:lvl2pPr>
              <a:defRPr sz="2400" b="1">
                <a:solidFill>
                  <a:srgbClr val="29291F"/>
                </a:solidFill>
              </a:defRPr>
            </a:lvl2pPr>
            <a:lvl3pPr>
              <a:defRPr sz="2400" b="1">
                <a:solidFill>
                  <a:srgbClr val="29291F"/>
                </a:solidFill>
              </a:defRPr>
            </a:lvl3pPr>
            <a:lvl4pPr>
              <a:defRPr sz="2400" b="1">
                <a:solidFill>
                  <a:srgbClr val="29291F"/>
                </a:solidFill>
              </a:defRPr>
            </a:lvl4pPr>
            <a:lvl5pPr>
              <a:defRPr sz="2400" b="1">
                <a:solidFill>
                  <a:srgbClr val="29291F"/>
                </a:solidFill>
              </a:defRPr>
            </a:lvl5pPr>
            <a:lvl6pPr>
              <a:defRPr sz="2400" b="1">
                <a:solidFill>
                  <a:srgbClr val="29291F"/>
                </a:solidFill>
              </a:defRPr>
            </a:lvl6pPr>
            <a:lvl7pPr>
              <a:defRPr sz="2400" b="1">
                <a:solidFill>
                  <a:srgbClr val="29291F"/>
                </a:solidFill>
              </a:defRPr>
            </a:lvl7pPr>
            <a:lvl8pPr>
              <a:defRPr sz="2400" b="1">
                <a:solidFill>
                  <a:srgbClr val="29291F"/>
                </a:solidFill>
              </a:defRPr>
            </a:lvl8pPr>
            <a:lvl9pPr>
              <a:defRPr sz="2400" b="1">
                <a:solidFill>
                  <a:srgbClr val="29291F"/>
                </a:solidFill>
              </a:defRPr>
            </a:lvl9pPr>
          </a:lstStyle>
          <a:p xmlns:a="http://schemas.openxmlformats.org/drawingml/2006/main">
            <a:pPr>
              <a:defRPr sz="2400" b="1">
                <a:solidFill>
                  <a:srgbClr val="29291F"/>
                </a:solidFill>
              </a:defRPr>
            </a:pPr>
            <a:r>
              <a:rPr sz="2400" b="1">
                <a:solidFill>
                  <a:srgbClr val="29291F"/>
                </a:solidFill>
              </a:rPr>
              <a:t>자동 테스트 통과</a:t>
            </a:r>
          </a:p>
        </p:txBody>
      </p:sp>
      <p:sp>
        <p:nvSpPr>
          <p:cNvPr id="6" name="">
            <a:extLst xmlns:a="http://schemas.openxmlformats.org/drawingml/2006/main">
              <a:ext uri="{FF2B5EF4-FFF2-40B4-BE49-F238E27FC236}">
                <a16:creationId xmlns:a16="http://schemas.microsoft.com/office/drawing/2014/main" id="{52F38D42-3E62-4CCF-816F-1A88E4FABCB7}"/>
              </a:ext>
            </a:extLst>
          </p:cNvPr>
          <p:cNvSpPr>
            <a:spLocks xmlns:a="http://schemas.openxmlformats.org/drawingml/2006/main" noGrp="1"/>
          </p:cNvSpPr>
          <p:nvPr/>
        </p:nvSpPr>
        <p:spPr>
          <a:xfrm xmlns:a="http://schemas.openxmlformats.org/drawingml/2006/main">
            <a:off x="5905500" y="1762125"/>
            <a:ext cx="5619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9291F"/>
                </a:solidFill>
              </a:defRPr>
            </a:defPPr>
            <a:lvl1pPr>
              <a:defRPr sz="2175" b="0">
                <a:solidFill>
                  <a:srgbClr val="29291F"/>
                </a:solidFill>
              </a:defRPr>
            </a:lvl1pPr>
            <a:lvl2pPr>
              <a:defRPr sz="2175" b="0">
                <a:solidFill>
                  <a:srgbClr val="29291F"/>
                </a:solidFill>
              </a:defRPr>
            </a:lvl2pPr>
            <a:lvl3pPr>
              <a:defRPr sz="2175" b="0">
                <a:solidFill>
                  <a:srgbClr val="29291F"/>
                </a:solidFill>
              </a:defRPr>
            </a:lvl3pPr>
            <a:lvl4pPr>
              <a:defRPr sz="2175" b="0">
                <a:solidFill>
                  <a:srgbClr val="29291F"/>
                </a:solidFill>
              </a:defRPr>
            </a:lvl4pPr>
            <a:lvl5pPr>
              <a:defRPr sz="2175" b="0">
                <a:solidFill>
                  <a:srgbClr val="29291F"/>
                </a:solidFill>
              </a:defRPr>
            </a:lvl5pPr>
            <a:lvl6pPr>
              <a:defRPr sz="2175" b="0">
                <a:solidFill>
                  <a:srgbClr val="29291F"/>
                </a:solidFill>
              </a:defRPr>
            </a:lvl6pPr>
            <a:lvl7pPr>
              <a:defRPr sz="2175" b="0">
                <a:solidFill>
                  <a:srgbClr val="29291F"/>
                </a:solidFill>
              </a:defRPr>
            </a:lvl7pPr>
            <a:lvl8pPr>
              <a:defRPr sz="2175" b="0">
                <a:solidFill>
                  <a:srgbClr val="29291F"/>
                </a:solidFill>
              </a:defRPr>
            </a:lvl8pPr>
            <a:lvl9pPr>
              <a:defRPr sz="2175" b="0">
                <a:solidFill>
                  <a:srgbClr val="29291F"/>
                </a:solidFill>
              </a:defRPr>
            </a:lvl9pPr>
          </a:lstStyle>
          <a:p xmlns:a="http://schemas.openxmlformats.org/drawingml/2006/main">
            <a:pPr>
              <a:defRPr sz="2175" b="0">
                <a:solidFill>
                  <a:srgbClr val="29291F"/>
                </a:solidFill>
              </a:defRPr>
            </a:pPr>
            <a:r>
              <a:rPr sz="2175" b="0">
                <a:solidFill>
                  <a:srgbClr val="29291F"/>
                </a:solidFill>
              </a:rPr>
              <a:t>추천 조건과 테마 다양성</a:t>
            </a:r>
          </a:p>
          <a:p xmlns:a="http://schemas.openxmlformats.org/drawingml/2006/main">
            <a:pPr>
              <a:defRPr sz="2175" b="0">
                <a:solidFill>
                  <a:srgbClr val="29291F"/>
                </a:solidFill>
              </a:defRPr>
            </a:pPr>
            <a:r>
              <a:rPr sz="2175" b="0">
                <a:solidFill>
                  <a:srgbClr val="29291F"/>
                </a:solidFill>
              </a:rPr>
              <a:t>인증·로그아웃과 데이터 경계</a:t>
            </a:r>
          </a:p>
          <a:p xmlns:a="http://schemas.openxmlformats.org/drawingml/2006/main">
            <a:pPr>
              <a:defRPr sz="2175" b="0">
                <a:solidFill>
                  <a:srgbClr val="29291F"/>
                </a:solidFill>
              </a:defRPr>
            </a:pPr>
            <a:r>
              <a:rPr sz="2175" b="0">
                <a:solidFill>
                  <a:srgbClr val="29291F"/>
                </a:solidFill>
              </a:rPr>
              <a:t>경로 조회와 실패 처리</a:t>
            </a:r>
          </a:p>
          <a:p xmlns:a="http://schemas.openxmlformats.org/drawingml/2006/main">
            <a:pPr>
              <a:defRPr sz="2175" b="0">
                <a:solidFill>
                  <a:srgbClr val="29291F"/>
                </a:solidFill>
              </a:defRPr>
            </a:pPr>
            <a:r>
              <a:rPr sz="2175" b="0">
                <a:solidFill>
                  <a:srgbClr val="29291F"/>
                </a:solidFill>
              </a:rPr>
              <a:t>PWA 리소스와 캐시 정책</a:t>
            </a:r>
          </a:p>
        </p:txBody>
      </p:sp>
      <p:sp>
        <p:nvSpPr>
          <p:cNvPr id="7" name="">
            <a:extLst xmlns:a="http://schemas.openxmlformats.org/drawingml/2006/main">
              <a:ext uri="{FF2B5EF4-FFF2-40B4-BE49-F238E27FC236}">
                <a16:creationId xmlns:a16="http://schemas.microsoft.com/office/drawing/2014/main" id="{C4D68F23-3DEB-47ED-9A71-1123763FF829}"/>
              </a:ext>
            </a:extLst>
          </p:cNvPr>
          <p:cNvSpPr>
            <a:spLocks xmlns:a="http://schemas.openxmlformats.org/drawingml/2006/main" noGrp="1"/>
          </p:cNvSpPr>
          <p:nvPr/>
        </p:nvSpPr>
        <p:spPr>
          <a:xfrm xmlns:a="http://schemas.openxmlformats.org/drawingml/2006/main">
            <a:off x="609600" y="5191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9291F"/>
                </a:solidFill>
              </a:defRPr>
            </a:defPPr>
            <a:lvl1pPr>
              <a:defRPr sz="2025" b="0">
                <a:solidFill>
                  <a:srgbClr val="29291F"/>
                </a:solidFill>
              </a:defRPr>
            </a:lvl1pPr>
            <a:lvl2pPr>
              <a:defRPr sz="2025" b="0">
                <a:solidFill>
                  <a:srgbClr val="29291F"/>
                </a:solidFill>
              </a:defRPr>
            </a:lvl2pPr>
            <a:lvl3pPr>
              <a:defRPr sz="2025" b="0">
                <a:solidFill>
                  <a:srgbClr val="29291F"/>
                </a:solidFill>
              </a:defRPr>
            </a:lvl3pPr>
            <a:lvl4pPr>
              <a:defRPr sz="2025" b="0">
                <a:solidFill>
                  <a:srgbClr val="29291F"/>
                </a:solidFill>
              </a:defRPr>
            </a:lvl4pPr>
            <a:lvl5pPr>
              <a:defRPr sz="2025" b="0">
                <a:solidFill>
                  <a:srgbClr val="29291F"/>
                </a:solidFill>
              </a:defRPr>
            </a:lvl5pPr>
            <a:lvl6pPr>
              <a:defRPr sz="2025" b="0">
                <a:solidFill>
                  <a:srgbClr val="29291F"/>
                </a:solidFill>
              </a:defRPr>
            </a:lvl6pPr>
            <a:lvl7pPr>
              <a:defRPr sz="2025" b="0">
                <a:solidFill>
                  <a:srgbClr val="29291F"/>
                </a:solidFill>
              </a:defRPr>
            </a:lvl7pPr>
            <a:lvl8pPr>
              <a:defRPr sz="2025" b="0">
                <a:solidFill>
                  <a:srgbClr val="29291F"/>
                </a:solidFill>
              </a:defRPr>
            </a:lvl8pPr>
            <a:lvl9pPr>
              <a:defRPr sz="2025" b="0">
                <a:solidFill>
                  <a:srgbClr val="29291F"/>
                </a:solidFill>
              </a:defRPr>
            </a:lvl9pPr>
          </a:lstStyle>
          <a:p xmlns:a="http://schemas.openxmlformats.org/drawingml/2006/main">
            <a:pPr>
              <a:defRPr sz="2025" b="0">
                <a:solidFill>
                  <a:srgbClr val="29291F"/>
                </a:solidFill>
              </a:defRPr>
            </a:pPr>
            <a:r>
              <a:rPr sz="2025" b="0">
                <a:solidFill>
                  <a:srgbClr val="29291F"/>
                </a:solidFill>
              </a:rPr>
              <a:t>로컬 확인: 실제 카카오 장소·지도·도보 경로</a:t>
            </a:r>
          </a:p>
          <a:p xmlns:a="http://schemas.openxmlformats.org/drawingml/2006/main">
            <a:pPr>
              <a:defRPr sz="2025" b="0">
                <a:solidFill>
                  <a:srgbClr val="29291F"/>
                </a:solidFill>
              </a:defRPr>
            </a:pPr>
            <a:r>
              <a:rPr sz="2025" b="0">
                <a:solidFill>
                  <a:srgbClr val="29291F"/>
                </a:solidFill>
              </a:rPr>
              <a:t>PC와 390px 모바일 화면의 지도 추적 확인</a:t>
            </a:r>
          </a:p>
        </p:txBody>
      </p:sp>
    </p:spTree>
    <p:extLst>
      <p:ext uri="{BB962C8B-B14F-4D97-AF65-F5344CB8AC3E}">
        <p14:creationId xmlns:p14="http://schemas.microsoft.com/office/powerpoint/2010/main" val="998028295"/>
      </p:ext>
    </p:extLst>
  </p:cSld>
</p:sld>
</file>

<file path=ppt/slides/slide8.xml><?xml version="1.0" encoding="utf-8"?>
<p:sld xmlns:p="http://schemas.openxmlformats.org/presentationml/2006/main">
  <p:cSld>
    <p:bg>
      <p:bgPr>
        <a:solidFill xmlns:a="http://schemas.openxmlformats.org/drawingml/2006/main">
          <a:srgbClr val="FFDF0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07CC6C-8712-4F81-ACF4-8B6DB4764B9D}"/>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9291F"/>
                </a:solidFill>
              </a:defRPr>
            </a:defPPr>
            <a:lvl1pPr>
              <a:defRPr sz="3300" b="1">
                <a:solidFill>
                  <a:srgbClr val="29291F"/>
                </a:solidFill>
              </a:defRPr>
            </a:lvl1pPr>
            <a:lvl2pPr>
              <a:defRPr sz="3300" b="1">
                <a:solidFill>
                  <a:srgbClr val="29291F"/>
                </a:solidFill>
              </a:defRPr>
            </a:lvl2pPr>
            <a:lvl3pPr>
              <a:defRPr sz="3300" b="1">
                <a:solidFill>
                  <a:srgbClr val="29291F"/>
                </a:solidFill>
              </a:defRPr>
            </a:lvl3pPr>
            <a:lvl4pPr>
              <a:defRPr sz="3300" b="1">
                <a:solidFill>
                  <a:srgbClr val="29291F"/>
                </a:solidFill>
              </a:defRPr>
            </a:lvl4pPr>
            <a:lvl5pPr>
              <a:defRPr sz="3300" b="1">
                <a:solidFill>
                  <a:srgbClr val="29291F"/>
                </a:solidFill>
              </a:defRPr>
            </a:lvl5pPr>
            <a:lvl6pPr>
              <a:defRPr sz="3300" b="1">
                <a:solidFill>
                  <a:srgbClr val="29291F"/>
                </a:solidFill>
              </a:defRPr>
            </a:lvl6pPr>
            <a:lvl7pPr>
              <a:defRPr sz="3300" b="1">
                <a:solidFill>
                  <a:srgbClr val="29291F"/>
                </a:solidFill>
              </a:defRPr>
            </a:lvl7pPr>
            <a:lvl8pPr>
              <a:defRPr sz="3300" b="1">
                <a:solidFill>
                  <a:srgbClr val="29291F"/>
                </a:solidFill>
              </a:defRPr>
            </a:lvl8pPr>
            <a:lvl9pPr>
              <a:defRPr sz="3300" b="1">
                <a:solidFill>
                  <a:srgbClr val="29291F"/>
                </a:solidFill>
              </a:defRPr>
            </a:lvl9pPr>
          </a:lstStyle>
          <a:p xmlns:a="http://schemas.openxmlformats.org/drawingml/2006/main">
            <a:pPr>
              <a:defRPr sz="3300" b="1">
                <a:solidFill>
                  <a:srgbClr val="29291F"/>
                </a:solidFill>
              </a:defRPr>
            </a:pPr>
            <a:r>
              <a:rPr sz="3300" b="1">
                <a:solidFill>
                  <a:srgbClr val="29291F"/>
                </a:solidFill>
              </a:rPr>
              <a:t>다음 단계</a:t>
            </a:r>
          </a:p>
        </p:txBody>
      </p:sp>
      <p:sp>
        <p:nvSpPr>
          <p:cNvPr id="3" name="">
            <a:extLst xmlns:a="http://schemas.openxmlformats.org/drawingml/2006/main">
              <a:ext uri="{FF2B5EF4-FFF2-40B4-BE49-F238E27FC236}">
                <a16:creationId xmlns:a16="http://schemas.microsoft.com/office/drawing/2014/main" id="{5361E928-96E7-439C-8237-0E64D2E07ACB}"/>
              </a:ext>
            </a:extLst>
          </p:cNvPr>
          <p:cNvSpPr>
            <a:spLocks xmlns:a="http://schemas.openxmlformats.org/drawingml/2006/main" noGrp="1"/>
          </p:cNvSpPr>
          <p:nvPr/>
        </p:nvSpPr>
        <p:spPr>
          <a:xfrm xmlns:a="http://schemas.openxmlformats.org/drawingml/2006/main">
            <a:off x="11239500" y="63150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6D5C"/>
                </a:solidFill>
              </a:defRPr>
            </a:defPPr>
            <a:lvl1pPr>
              <a:defRPr sz="1350" b="0">
                <a:solidFill>
                  <a:srgbClr val="706D5C"/>
                </a:solidFill>
              </a:defRPr>
            </a:lvl1pPr>
            <a:lvl2pPr>
              <a:defRPr sz="1350" b="0">
                <a:solidFill>
                  <a:srgbClr val="706D5C"/>
                </a:solidFill>
              </a:defRPr>
            </a:lvl2pPr>
            <a:lvl3pPr>
              <a:defRPr sz="1350" b="0">
                <a:solidFill>
                  <a:srgbClr val="706D5C"/>
                </a:solidFill>
              </a:defRPr>
            </a:lvl3pPr>
            <a:lvl4pPr>
              <a:defRPr sz="1350" b="0">
                <a:solidFill>
                  <a:srgbClr val="706D5C"/>
                </a:solidFill>
              </a:defRPr>
            </a:lvl4pPr>
            <a:lvl5pPr>
              <a:defRPr sz="1350" b="0">
                <a:solidFill>
                  <a:srgbClr val="706D5C"/>
                </a:solidFill>
              </a:defRPr>
            </a:lvl5pPr>
            <a:lvl6pPr>
              <a:defRPr sz="1350" b="0">
                <a:solidFill>
                  <a:srgbClr val="706D5C"/>
                </a:solidFill>
              </a:defRPr>
            </a:lvl6pPr>
            <a:lvl7pPr>
              <a:defRPr sz="1350" b="0">
                <a:solidFill>
                  <a:srgbClr val="706D5C"/>
                </a:solidFill>
              </a:defRPr>
            </a:lvl7pPr>
            <a:lvl8pPr>
              <a:defRPr sz="1350" b="0">
                <a:solidFill>
                  <a:srgbClr val="706D5C"/>
                </a:solidFill>
              </a:defRPr>
            </a:lvl8pPr>
            <a:lvl9pPr>
              <a:defRPr sz="1350" b="0">
                <a:solidFill>
                  <a:srgbClr val="706D5C"/>
                </a:solidFill>
              </a:defRPr>
            </a:lvl9pPr>
          </a:lstStyle>
          <a:p xmlns:a="http://schemas.openxmlformats.org/drawingml/2006/main">
            <a:pPr>
              <a:defRPr sz="1350" b="0">
                <a:solidFill>
                  <a:srgbClr val="706D5C"/>
                </a:solidFill>
              </a:defRPr>
            </a:pPr>
            <a:r>
              <a:rPr sz="1350" b="0">
                <a:solidFill>
                  <a:srgbClr val="706D5C"/>
                </a:solidFill>
              </a:rPr>
              <a:t>08</a:t>
            </a:r>
          </a:p>
        </p:txBody>
      </p:sp>
      <p:sp>
        <p:nvSpPr>
          <p:cNvPr id="4" name="">
            <a:extLst xmlns:a="http://schemas.openxmlformats.org/drawingml/2006/main">
              <a:ext uri="{FF2B5EF4-FFF2-40B4-BE49-F238E27FC236}">
                <a16:creationId xmlns:a16="http://schemas.microsoft.com/office/drawing/2014/main" id="{A5B681B9-8A08-4975-8AB6-47995EA625A2}"/>
              </a:ext>
            </a:extLst>
          </p:cNvPr>
          <p:cNvSpPr>
            <a:spLocks xmlns:a="http://schemas.openxmlformats.org/drawingml/2006/main" noGrp="1"/>
          </p:cNvSpPr>
          <p:nvPr/>
        </p:nvSpPr>
        <p:spPr>
          <a:xfrm xmlns:a="http://schemas.openxmlformats.org/drawingml/2006/main">
            <a:off x="609600" y="1809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29291F"/>
                </a:solidFill>
              </a:defRPr>
            </a:defPPr>
            <a:lvl1pPr>
              <a:defRPr sz="3000" b="1">
                <a:solidFill>
                  <a:srgbClr val="29291F"/>
                </a:solidFill>
              </a:defRPr>
            </a:lvl1pPr>
            <a:lvl2pPr>
              <a:defRPr sz="3000" b="1">
                <a:solidFill>
                  <a:srgbClr val="29291F"/>
                </a:solidFill>
              </a:defRPr>
            </a:lvl2pPr>
            <a:lvl3pPr>
              <a:defRPr sz="3000" b="1">
                <a:solidFill>
                  <a:srgbClr val="29291F"/>
                </a:solidFill>
              </a:defRPr>
            </a:lvl3pPr>
            <a:lvl4pPr>
              <a:defRPr sz="3000" b="1">
                <a:solidFill>
                  <a:srgbClr val="29291F"/>
                </a:solidFill>
              </a:defRPr>
            </a:lvl4pPr>
            <a:lvl5pPr>
              <a:defRPr sz="3000" b="1">
                <a:solidFill>
                  <a:srgbClr val="29291F"/>
                </a:solidFill>
              </a:defRPr>
            </a:lvl5pPr>
            <a:lvl6pPr>
              <a:defRPr sz="3000" b="1">
                <a:solidFill>
                  <a:srgbClr val="29291F"/>
                </a:solidFill>
              </a:defRPr>
            </a:lvl6pPr>
            <a:lvl7pPr>
              <a:defRPr sz="3000" b="1">
                <a:solidFill>
                  <a:srgbClr val="29291F"/>
                </a:solidFill>
              </a:defRPr>
            </a:lvl7pPr>
            <a:lvl8pPr>
              <a:defRPr sz="3000" b="1">
                <a:solidFill>
                  <a:srgbClr val="29291F"/>
                </a:solidFill>
              </a:defRPr>
            </a:lvl8pPr>
            <a:lvl9pPr>
              <a:defRPr sz="3000" b="1">
                <a:solidFill>
                  <a:srgbClr val="29291F"/>
                </a:solidFill>
              </a:defRPr>
            </a:lvl9pPr>
          </a:lstStyle>
          <a:p xmlns:a="http://schemas.openxmlformats.org/drawingml/2006/main">
            <a:pPr>
              <a:defRPr sz="3000" b="1">
                <a:solidFill>
                  <a:srgbClr val="29291F"/>
                </a:solidFill>
              </a:defRPr>
            </a:pPr>
            <a:r>
              <a:rPr sz="3000" b="1">
                <a:solidFill>
                  <a:srgbClr val="29291F"/>
                </a:solidFill>
              </a:rPr>
              <a:t>먼저, 실제 사용 흐름을 검증합니다</a:t>
            </a:r>
          </a:p>
        </p:txBody>
      </p:sp>
      <p:sp>
        <p:nvSpPr>
          <p:cNvPr id="5" name="">
            <a:extLst xmlns:a="http://schemas.openxmlformats.org/drawingml/2006/main">
              <a:ext uri="{FF2B5EF4-FFF2-40B4-BE49-F238E27FC236}">
                <a16:creationId xmlns:a16="http://schemas.microsoft.com/office/drawing/2014/main" id="{2DF60E9A-469E-42B1-96E5-1E9172E578DC}"/>
              </a:ext>
            </a:extLst>
          </p:cNvPr>
          <p:cNvSpPr>
            <a:spLocks xmlns:a="http://schemas.openxmlformats.org/drawingml/2006/main" noGrp="1"/>
          </p:cNvSpPr>
          <p:nvPr/>
        </p:nvSpPr>
        <p:spPr>
          <a:xfrm xmlns:a="http://schemas.openxmlformats.org/drawingml/2006/main">
            <a:off x="609600" y="28575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9291F"/>
                </a:solidFill>
              </a:defRPr>
            </a:defPPr>
            <a:lvl1pPr>
              <a:defRPr sz="2325" b="0">
                <a:solidFill>
                  <a:srgbClr val="29291F"/>
                </a:solidFill>
              </a:defRPr>
            </a:lvl1pPr>
            <a:lvl2pPr>
              <a:defRPr sz="2325" b="0">
                <a:solidFill>
                  <a:srgbClr val="29291F"/>
                </a:solidFill>
              </a:defRPr>
            </a:lvl2pPr>
            <a:lvl3pPr>
              <a:defRPr sz="2325" b="0">
                <a:solidFill>
                  <a:srgbClr val="29291F"/>
                </a:solidFill>
              </a:defRPr>
            </a:lvl3pPr>
            <a:lvl4pPr>
              <a:defRPr sz="2325" b="0">
                <a:solidFill>
                  <a:srgbClr val="29291F"/>
                </a:solidFill>
              </a:defRPr>
            </a:lvl4pPr>
            <a:lvl5pPr>
              <a:defRPr sz="2325" b="0">
                <a:solidFill>
                  <a:srgbClr val="29291F"/>
                </a:solidFill>
              </a:defRPr>
            </a:lvl5pPr>
            <a:lvl6pPr>
              <a:defRPr sz="2325" b="0">
                <a:solidFill>
                  <a:srgbClr val="29291F"/>
                </a:solidFill>
              </a:defRPr>
            </a:lvl6pPr>
            <a:lvl7pPr>
              <a:defRPr sz="2325" b="0">
                <a:solidFill>
                  <a:srgbClr val="29291F"/>
                </a:solidFill>
              </a:defRPr>
            </a:lvl7pPr>
            <a:lvl8pPr>
              <a:defRPr sz="2325" b="0">
                <a:solidFill>
                  <a:srgbClr val="29291F"/>
                </a:solidFill>
              </a:defRPr>
            </a:lvl8pPr>
            <a:lvl9pPr>
              <a:defRPr sz="2325" b="0">
                <a:solidFill>
                  <a:srgbClr val="29291F"/>
                </a:solidFill>
              </a:defRPr>
            </a:lvl9pPr>
          </a:lstStyle>
          <a:p xmlns:a="http://schemas.openxmlformats.org/drawingml/2006/main">
            <a:pPr>
              <a:defRPr sz="2325" b="0">
                <a:solidFill>
                  <a:srgbClr val="29291F"/>
                </a:solidFill>
              </a:defRPr>
            </a:pPr>
            <a:r>
              <a:rPr sz="2325" b="0">
                <a:solidFill>
                  <a:srgbClr val="29291F"/>
                </a:solidFill>
              </a:rPr>
              <a:t>가입 메일 수신과 로그인, 저장 후 재로그인</a:t>
            </a:r>
          </a:p>
          <a:p xmlns:a="http://schemas.openxmlformats.org/drawingml/2006/main">
            <a:pPr>
              <a:defRPr sz="2325" b="0">
                <a:solidFill>
                  <a:srgbClr val="29291F"/>
                </a:solidFill>
              </a:defRPr>
            </a:pPr>
            <a:r>
              <a:rPr sz="2325" b="0">
                <a:solidFill>
                  <a:srgbClr val="29291F"/>
                </a:solidFill>
              </a:rPr>
              <a:t>Android·iPhone 설치와 화면 사용성</a:t>
            </a:r>
          </a:p>
          <a:p xmlns:a="http://schemas.openxmlformats.org/drawingml/2006/main">
            <a:pPr>
              <a:defRPr sz="2325" b="0">
                <a:solidFill>
                  <a:srgbClr val="29291F"/>
                </a:solidFill>
              </a:defRPr>
            </a:pPr>
            <a:r>
              <a:rPr sz="2325" b="0">
                <a:solidFill>
                  <a:srgbClr val="29291F"/>
                </a:solidFill>
              </a:rPr>
              <a:t>계획 완료 시간과 코스 만족도 측정</a:t>
            </a:r>
          </a:p>
        </p:txBody>
      </p:sp>
      <p:sp>
        <p:nvSpPr>
          <p:cNvPr id="6" name="">
            <a:extLst xmlns:a="http://schemas.openxmlformats.org/drawingml/2006/main">
              <a:ext uri="{FF2B5EF4-FFF2-40B4-BE49-F238E27FC236}">
                <a16:creationId xmlns:a16="http://schemas.microsoft.com/office/drawing/2014/main" id="{3635C70D-7117-4081-84DC-69963E7D1E02}"/>
              </a:ext>
            </a:extLst>
          </p:cNvPr>
          <p:cNvSpPr>
            <a:spLocks xmlns:a="http://schemas.openxmlformats.org/drawingml/2006/main" noGrp="1"/>
          </p:cNvSpPr>
          <p:nvPr/>
        </p:nvSpPr>
        <p:spPr>
          <a:xfrm xmlns:a="http://schemas.openxmlformats.org/drawingml/2006/main">
            <a:off x="609600" y="5381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1F"/>
                </a:solidFill>
              </a:defRPr>
            </a:defPPr>
            <a:lvl1pPr>
              <a:defRPr sz="2100" b="0">
                <a:solidFill>
                  <a:srgbClr val="29291F"/>
                </a:solidFill>
              </a:defRPr>
            </a:lvl1pPr>
            <a:lvl2pPr>
              <a:defRPr sz="2100" b="0">
                <a:solidFill>
                  <a:srgbClr val="29291F"/>
                </a:solidFill>
              </a:defRPr>
            </a:lvl2pPr>
            <a:lvl3pPr>
              <a:defRPr sz="2100" b="0">
                <a:solidFill>
                  <a:srgbClr val="29291F"/>
                </a:solidFill>
              </a:defRPr>
            </a:lvl3pPr>
            <a:lvl4pPr>
              <a:defRPr sz="2100" b="0">
                <a:solidFill>
                  <a:srgbClr val="29291F"/>
                </a:solidFill>
              </a:defRPr>
            </a:lvl4pPr>
            <a:lvl5pPr>
              <a:defRPr sz="2100" b="0">
                <a:solidFill>
                  <a:srgbClr val="29291F"/>
                </a:solidFill>
              </a:defRPr>
            </a:lvl5pPr>
            <a:lvl6pPr>
              <a:defRPr sz="2100" b="0">
                <a:solidFill>
                  <a:srgbClr val="29291F"/>
                </a:solidFill>
              </a:defRPr>
            </a:lvl6pPr>
            <a:lvl7pPr>
              <a:defRPr sz="2100" b="0">
                <a:solidFill>
                  <a:srgbClr val="29291F"/>
                </a:solidFill>
              </a:defRPr>
            </a:lvl7pPr>
            <a:lvl8pPr>
              <a:defRPr sz="2100" b="0">
                <a:solidFill>
                  <a:srgbClr val="29291F"/>
                </a:solidFill>
              </a:defRPr>
            </a:lvl8pPr>
            <a:lvl9pPr>
              <a:defRPr sz="2100" b="0">
                <a:solidFill>
                  <a:srgbClr val="29291F"/>
                </a:solidFill>
              </a:defRPr>
            </a:lvl9pPr>
          </a:lstStyle>
          <a:p xmlns:a="http://schemas.openxmlformats.org/drawingml/2006/main">
            <a:pPr>
              <a:defRPr sz="2100" b="0">
                <a:solidFill>
                  <a:srgbClr val="29291F"/>
                </a:solidFill>
              </a:defRPr>
            </a:pPr>
            <a:r>
              <a:rPr sz="2100" b="0">
                <a:solidFill>
                  <a:srgbClr val="29291F"/>
                </a:solidFill>
              </a:rPr>
              <a:t>향후 확장  지역 제휴 혜택과 다국어 관광 안내</a:t>
            </a:r>
          </a:p>
        </p:txBody>
      </p:sp>
      <p:sp>
        <p:nvSpPr>
          <p:cNvPr id="7" name="">
            <a:extLst xmlns:a="http://schemas.openxmlformats.org/drawingml/2006/main">
              <a:ext uri="{FF2B5EF4-FFF2-40B4-BE49-F238E27FC236}">
                <a16:creationId xmlns:a16="http://schemas.microsoft.com/office/drawing/2014/main" id="{6D58CC6F-FA32-4ED0-BF0E-49C82AD939F7}"/>
              </a:ext>
            </a:extLst>
          </p:cNvPr>
          <p:cNvSpPr>
            <a:spLocks xmlns:a="http://schemas.openxmlformats.org/drawingml/2006/main" noGrp="1"/>
          </p:cNvSpPr>
          <p:nvPr/>
        </p:nvSpPr>
        <p:spPr>
          <a:xfrm xmlns:a="http://schemas.openxmlformats.org/drawingml/2006/main">
            <a:off x="609600" y="60960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a:solidFill>
                  <a:srgbClr val="29291F"/>
                </a:solidFill>
              </a:defRPr>
            </a:defPPr>
            <a:lvl1pPr>
              <a:defRPr sz="1725">
                <a:solidFill>
                  <a:srgbClr val="29291F"/>
                </a:solidFill>
              </a:defRPr>
            </a:lvl1pPr>
            <a:lvl2pPr>
              <a:defRPr sz="1725">
                <a:solidFill>
                  <a:srgbClr val="29291F"/>
                </a:solidFill>
              </a:defRPr>
            </a:lvl2pPr>
            <a:lvl3pPr>
              <a:defRPr sz="1725">
                <a:solidFill>
                  <a:srgbClr val="29291F"/>
                </a:solidFill>
              </a:defRPr>
            </a:lvl3pPr>
            <a:lvl4pPr>
              <a:defRPr sz="1725">
                <a:solidFill>
                  <a:srgbClr val="29291F"/>
                </a:solidFill>
              </a:defRPr>
            </a:lvl4pPr>
            <a:lvl5pPr>
              <a:defRPr sz="1725">
                <a:solidFill>
                  <a:srgbClr val="29291F"/>
                </a:solidFill>
              </a:defRPr>
            </a:lvl5pPr>
            <a:lvl6pPr>
              <a:defRPr sz="1725">
                <a:solidFill>
                  <a:srgbClr val="29291F"/>
                </a:solidFill>
              </a:defRPr>
            </a:lvl6pPr>
            <a:lvl7pPr>
              <a:defRPr sz="1725">
                <a:solidFill>
                  <a:srgbClr val="29291F"/>
                </a:solidFill>
              </a:defRPr>
            </a:lvl7pPr>
            <a:lvl8pPr>
              <a:defRPr sz="1725">
                <a:solidFill>
                  <a:srgbClr val="29291F"/>
                </a:solidFill>
              </a:defRPr>
            </a:lvl8pPr>
            <a:lvl9pPr>
              <a:defRPr sz="1725">
                <a:solidFill>
                  <a:srgbClr val="29291F"/>
                </a:solidFill>
              </a:defRPr>
            </a:lvl9pPr>
          </a:lstStyle>
          <a:p xmlns:a="http://schemas.openxmlformats.org/drawingml/2006/main">
            <a:pPr>
              <a:defRPr sz="1725">
                <a:solidFill>
                  <a:srgbClr val="29291F"/>
                </a:solidFill>
              </a:defRPr>
            </a:pPr>
            <a:r>
              <a:rPr sz="1725">
                <a:solidFill>
                  <a:srgbClr val="29291F"/>
                </a:solidFill>
              </a:rPr>
              <a:t>시연 주소  https://eodigaji-app-production.up.railway.app/</a:t>
            </a:r>
          </a:p>
        </p:txBody>
      </p:sp>
    </p:spTree>
    <p:extLst>
      <p:ext uri="{BB962C8B-B14F-4D97-AF65-F5344CB8AC3E}">
        <p14:creationId xmlns:p14="http://schemas.microsoft.com/office/powerpoint/2010/main" val="1607275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2026-10-20T12:01:31.5890000Z</dcterms:created>
  <dcterms:modified xsi:type="dcterms:W3CDTF">2026-10-20T12:01:31.5890000Z</dcterms:modified>
</coreProperties>
</file>